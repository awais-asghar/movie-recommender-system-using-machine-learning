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5" r:id="rId12"/>
    <p:sldId id="274" r:id="rId13"/>
    <p:sldId id="273" r:id="rId14"/>
    <p:sldId id="270" r:id="rId15"/>
    <p:sldId id="271" r:id="rId16"/>
    <p:sldId id="272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27A79-4907-45E8-8A6B-53EFD770209B}" v="44" dt="2025-12-16T14:25: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48" autoAdjust="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wais Asghar" userId="4e531a22-1881-423e-b958-a671f924ba4b" providerId="ADAL" clId="{25927A79-4907-45E8-8A6B-53EFD770209B}"/>
    <pc:docChg chg="undo custSel addSld delSld modSld addMainMaster delMainMaster">
      <pc:chgData name="Awais Asghar" userId="4e531a22-1881-423e-b958-a671f924ba4b" providerId="ADAL" clId="{25927A79-4907-45E8-8A6B-53EFD770209B}" dt="2025-12-16T14:25:05.097" v="426" actId="12100"/>
      <pc:docMkLst>
        <pc:docMk/>
      </pc:docMkLst>
      <pc:sldChg chg="addSp modSp new mod setBg modClrScheme chgLayout">
        <pc:chgData name="Awais Asghar" userId="4e531a22-1881-423e-b958-a671f924ba4b" providerId="ADAL" clId="{25927A79-4907-45E8-8A6B-53EFD770209B}" dt="2025-12-16T13:37:36.839" v="68" actId="1076"/>
        <pc:sldMkLst>
          <pc:docMk/>
          <pc:sldMk cId="2522443634" sldId="256"/>
        </pc:sldMkLst>
        <pc:spChg chg="mod">
          <ac:chgData name="Awais Asghar" userId="4e531a22-1881-423e-b958-a671f924ba4b" providerId="ADAL" clId="{25927A79-4907-45E8-8A6B-53EFD770209B}" dt="2025-12-16T13:37:36.839" v="68" actId="1076"/>
          <ac:spMkLst>
            <pc:docMk/>
            <pc:sldMk cId="2522443634" sldId="256"/>
            <ac:spMk id="2" creationId="{703F879D-984D-2B60-8180-4E0DC7967661}"/>
          </ac:spMkLst>
        </pc:spChg>
        <pc:spChg chg="mod">
          <ac:chgData name="Awais Asghar" userId="4e531a22-1881-423e-b958-a671f924ba4b" providerId="ADAL" clId="{25927A79-4907-45E8-8A6B-53EFD770209B}" dt="2025-12-16T13:36:25.757" v="28" actId="26606"/>
          <ac:spMkLst>
            <pc:docMk/>
            <pc:sldMk cId="2522443634" sldId="256"/>
            <ac:spMk id="3" creationId="{6E50EE7C-797D-1282-B271-E5566EC2C587}"/>
          </ac:spMkLst>
        </pc:spChg>
        <pc:spChg chg="add">
          <ac:chgData name="Awais Asghar" userId="4e531a22-1881-423e-b958-a671f924ba4b" providerId="ADAL" clId="{25927A79-4907-45E8-8A6B-53EFD770209B}" dt="2025-12-16T13:36:25.757" v="28" actId="26606"/>
          <ac:spMkLst>
            <pc:docMk/>
            <pc:sldMk cId="2522443634" sldId="256"/>
            <ac:spMk id="9" creationId="{13B7BB51-92B8-4089-8DAB-1202A4D1C6A3}"/>
          </ac:spMkLst>
        </pc:spChg>
        <pc:spChg chg="add">
          <ac:chgData name="Awais Asghar" userId="4e531a22-1881-423e-b958-a671f924ba4b" providerId="ADAL" clId="{25927A79-4907-45E8-8A6B-53EFD770209B}" dt="2025-12-16T13:36:25.757" v="28" actId="26606"/>
          <ac:spMkLst>
            <pc:docMk/>
            <pc:sldMk cId="2522443634" sldId="256"/>
            <ac:spMk id="11" creationId="{3488F6DB-AE81-4C8D-B1F2-045AB0C89A80}"/>
          </ac:spMkLst>
        </pc:spChg>
        <pc:spChg chg="add">
          <ac:chgData name="Awais Asghar" userId="4e531a22-1881-423e-b958-a671f924ba4b" providerId="ADAL" clId="{25927A79-4907-45E8-8A6B-53EFD770209B}" dt="2025-12-16T13:36:25.757" v="28" actId="26606"/>
          <ac:spMkLst>
            <pc:docMk/>
            <pc:sldMk cId="2522443634" sldId="256"/>
            <ac:spMk id="13" creationId="{721F817A-BF7E-440D-B296-66D86EDB067C}"/>
          </ac:spMkLst>
        </pc:spChg>
        <pc:picChg chg="add mod">
          <ac:chgData name="Awais Asghar" userId="4e531a22-1881-423e-b958-a671f924ba4b" providerId="ADAL" clId="{25927A79-4907-45E8-8A6B-53EFD770209B}" dt="2025-12-16T13:37:04.943" v="29" actId="27614"/>
          <ac:picMkLst>
            <pc:docMk/>
            <pc:sldMk cId="2522443634" sldId="256"/>
            <ac:picMk id="4" creationId="{4C209C60-E540-D501-283B-68D075C6DA28}"/>
          </ac:picMkLst>
        </pc:picChg>
      </pc:sldChg>
      <pc:sldChg chg="addSp delSp modSp new mod setBg">
        <pc:chgData name="Awais Asghar" userId="4e531a22-1881-423e-b958-a671f924ba4b" providerId="ADAL" clId="{25927A79-4907-45E8-8A6B-53EFD770209B}" dt="2025-12-16T14:13:39.889" v="379" actId="12100"/>
        <pc:sldMkLst>
          <pc:docMk/>
          <pc:sldMk cId="1884505871" sldId="257"/>
        </pc:sldMkLst>
        <pc:spChg chg="mod">
          <ac:chgData name="Awais Asghar" userId="4e531a22-1881-423e-b958-a671f924ba4b" providerId="ADAL" clId="{25927A79-4907-45E8-8A6B-53EFD770209B}" dt="2025-12-16T13:39:30.074" v="78" actId="26606"/>
          <ac:spMkLst>
            <pc:docMk/>
            <pc:sldMk cId="1884505871" sldId="257"/>
            <ac:spMk id="2" creationId="{D25AF954-5232-2910-8BD3-1D1C72945647}"/>
          </ac:spMkLst>
        </pc:spChg>
        <pc:spChg chg="add del mod">
          <ac:chgData name="Awais Asghar" userId="4e531a22-1881-423e-b958-a671f924ba4b" providerId="ADAL" clId="{25927A79-4907-45E8-8A6B-53EFD770209B}" dt="2025-12-16T13:39:30.145" v="79" actId="26606"/>
          <ac:spMkLst>
            <pc:docMk/>
            <pc:sldMk cId="1884505871" sldId="257"/>
            <ac:spMk id="3" creationId="{A6473AF9-B613-94E5-F471-835041FAF8C8}"/>
          </ac:spMkLst>
        </pc:spChg>
        <pc:spChg chg="add del">
          <ac:chgData name="Awais Asghar" userId="4e531a22-1881-423e-b958-a671f924ba4b" providerId="ADAL" clId="{25927A79-4907-45E8-8A6B-53EFD770209B}" dt="2025-12-16T13:39:30.074" v="78" actId="26606"/>
          <ac:spMkLst>
            <pc:docMk/>
            <pc:sldMk cId="1884505871" sldId="257"/>
            <ac:spMk id="9" creationId="{92070828-E616-4355-9C8A-A1065032B27D}"/>
          </ac:spMkLst>
        </pc:spChg>
        <pc:spChg chg="add del">
          <ac:chgData name="Awais Asghar" userId="4e531a22-1881-423e-b958-a671f924ba4b" providerId="ADAL" clId="{25927A79-4907-45E8-8A6B-53EFD770209B}" dt="2025-12-16T13:39:30.074" v="78" actId="26606"/>
          <ac:spMkLst>
            <pc:docMk/>
            <pc:sldMk cId="1884505871" sldId="257"/>
            <ac:spMk id="11" creationId="{355161C6-1218-4EAF-A9E9-A319CFD760C9}"/>
          </ac:spMkLst>
        </pc:spChg>
        <pc:graphicFrameChg chg="add del">
          <ac:chgData name="Awais Asghar" userId="4e531a22-1881-423e-b958-a671f924ba4b" providerId="ADAL" clId="{25927A79-4907-45E8-8A6B-53EFD770209B}" dt="2025-12-16T13:39:23.641" v="76" actId="26606"/>
          <ac:graphicFrameMkLst>
            <pc:docMk/>
            <pc:sldMk cId="1884505871" sldId="257"/>
            <ac:graphicFrameMk id="5" creationId="{14EDFEB0-8B1F-2E9D-2358-084E6673A41E}"/>
          </ac:graphicFrameMkLst>
        </pc:graphicFrameChg>
        <pc:graphicFrameChg chg="add del">
          <ac:chgData name="Awais Asghar" userId="4e531a22-1881-423e-b958-a671f924ba4b" providerId="ADAL" clId="{25927A79-4907-45E8-8A6B-53EFD770209B}" dt="2025-12-16T13:39:30.074" v="78" actId="26606"/>
          <ac:graphicFrameMkLst>
            <pc:docMk/>
            <pc:sldMk cId="1884505871" sldId="257"/>
            <ac:graphicFrameMk id="7" creationId="{FD012AB5-E293-FC5A-3D96-A6F2CF306D36}"/>
          </ac:graphicFrameMkLst>
        </pc:graphicFrameChg>
        <pc:graphicFrameChg chg="add mod">
          <ac:chgData name="Awais Asghar" userId="4e531a22-1881-423e-b958-a671f924ba4b" providerId="ADAL" clId="{25927A79-4907-45E8-8A6B-53EFD770209B}" dt="2025-12-16T14:13:39.889" v="379" actId="12100"/>
          <ac:graphicFrameMkLst>
            <pc:docMk/>
            <pc:sldMk cId="1884505871" sldId="257"/>
            <ac:graphicFrameMk id="13" creationId="{0EDE6135-AEC3-9BCA-6457-CEB7641B68E1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3:46:42.359" v="137" actId="122"/>
        <pc:sldMkLst>
          <pc:docMk/>
          <pc:sldMk cId="1290851568" sldId="258"/>
        </pc:sldMkLst>
        <pc:spChg chg="mod">
          <ac:chgData name="Awais Asghar" userId="4e531a22-1881-423e-b958-a671f924ba4b" providerId="ADAL" clId="{25927A79-4907-45E8-8A6B-53EFD770209B}" dt="2025-12-16T13:46:42.359" v="137" actId="122"/>
          <ac:spMkLst>
            <pc:docMk/>
            <pc:sldMk cId="1290851568" sldId="258"/>
            <ac:spMk id="2" creationId="{B15B2978-F823-9857-7413-B8A8810F4EEF}"/>
          </ac:spMkLst>
        </pc:spChg>
        <pc:spChg chg="del mod">
          <ac:chgData name="Awais Asghar" userId="4e531a22-1881-423e-b958-a671f924ba4b" providerId="ADAL" clId="{25927A79-4907-45E8-8A6B-53EFD770209B}" dt="2025-12-16T13:41:16.179" v="88" actId="26606"/>
          <ac:spMkLst>
            <pc:docMk/>
            <pc:sldMk cId="1290851568" sldId="258"/>
            <ac:spMk id="3" creationId="{FD0D9CC0-EC72-76AF-FB47-80C963327EEE}"/>
          </ac:spMkLst>
        </pc:spChg>
        <pc:spChg chg="add">
          <ac:chgData name="Awais Asghar" userId="4e531a22-1881-423e-b958-a671f924ba4b" providerId="ADAL" clId="{25927A79-4907-45E8-8A6B-53EFD770209B}" dt="2025-12-16T13:41:16.179" v="88" actId="26606"/>
          <ac:spMkLst>
            <pc:docMk/>
            <pc:sldMk cId="1290851568" sldId="258"/>
            <ac:spMk id="9" creationId="{92070828-E616-4355-9C8A-A1065032B27D}"/>
          </ac:spMkLst>
        </pc:spChg>
        <pc:spChg chg="add">
          <ac:chgData name="Awais Asghar" userId="4e531a22-1881-423e-b958-a671f924ba4b" providerId="ADAL" clId="{25927A79-4907-45E8-8A6B-53EFD770209B}" dt="2025-12-16T13:41:16.179" v="88" actId="26606"/>
          <ac:spMkLst>
            <pc:docMk/>
            <pc:sldMk cId="1290851568" sldId="258"/>
            <ac:spMk id="11" creationId="{355161C6-1218-4EAF-A9E9-A319CFD760C9}"/>
          </ac:spMkLst>
        </pc:spChg>
        <pc:graphicFrameChg chg="add">
          <ac:chgData name="Awais Asghar" userId="4e531a22-1881-423e-b958-a671f924ba4b" providerId="ADAL" clId="{25927A79-4907-45E8-8A6B-53EFD770209B}" dt="2025-12-16T13:41:16.179" v="88" actId="26606"/>
          <ac:graphicFrameMkLst>
            <pc:docMk/>
            <pc:sldMk cId="1290851568" sldId="258"/>
            <ac:graphicFrameMk id="5" creationId="{AF474264-ADFC-DC79-64EC-8939B37B6F65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25:05.097" v="426" actId="12100"/>
        <pc:sldMkLst>
          <pc:docMk/>
          <pc:sldMk cId="2266575539" sldId="259"/>
        </pc:sldMkLst>
        <pc:spChg chg="mod">
          <ac:chgData name="Awais Asghar" userId="4e531a22-1881-423e-b958-a671f924ba4b" providerId="ADAL" clId="{25927A79-4907-45E8-8A6B-53EFD770209B}" dt="2025-12-16T13:46:50.552" v="140" actId="2711"/>
          <ac:spMkLst>
            <pc:docMk/>
            <pc:sldMk cId="2266575539" sldId="259"/>
            <ac:spMk id="2" creationId="{F2B787A4-E8E2-30CE-9D30-ADA197F90185}"/>
          </ac:spMkLst>
        </pc:spChg>
        <pc:spChg chg="del mod">
          <ac:chgData name="Awais Asghar" userId="4e531a22-1881-423e-b958-a671f924ba4b" providerId="ADAL" clId="{25927A79-4907-45E8-8A6B-53EFD770209B}" dt="2025-12-16T13:41:42.656" v="92" actId="26606"/>
          <ac:spMkLst>
            <pc:docMk/>
            <pc:sldMk cId="2266575539" sldId="259"/>
            <ac:spMk id="3" creationId="{81633E08-EF61-0ADA-68C7-043A18CBDD17}"/>
          </ac:spMkLst>
        </pc:spChg>
        <pc:spChg chg="add">
          <ac:chgData name="Awais Asghar" userId="4e531a22-1881-423e-b958-a671f924ba4b" providerId="ADAL" clId="{25927A79-4907-45E8-8A6B-53EFD770209B}" dt="2025-12-16T13:41:42.656" v="92" actId="26606"/>
          <ac:spMkLst>
            <pc:docMk/>
            <pc:sldMk cId="2266575539" sldId="259"/>
            <ac:spMk id="9" creationId="{92070828-E616-4355-9C8A-A1065032B27D}"/>
          </ac:spMkLst>
        </pc:spChg>
        <pc:spChg chg="add">
          <ac:chgData name="Awais Asghar" userId="4e531a22-1881-423e-b958-a671f924ba4b" providerId="ADAL" clId="{25927A79-4907-45E8-8A6B-53EFD770209B}" dt="2025-12-16T13:41:42.656" v="92" actId="26606"/>
          <ac:spMkLst>
            <pc:docMk/>
            <pc:sldMk cId="2266575539" sldId="259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25927A79-4907-45E8-8A6B-53EFD770209B}" dt="2025-12-16T14:25:05.097" v="426" actId="12100"/>
          <ac:graphicFrameMkLst>
            <pc:docMk/>
            <pc:sldMk cId="2266575539" sldId="259"/>
            <ac:graphicFrameMk id="5" creationId="{CB84FC92-E6FC-BC26-CFEC-253FAB8E2D1C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20:57.109" v="411" actId="12100"/>
        <pc:sldMkLst>
          <pc:docMk/>
          <pc:sldMk cId="1267075628" sldId="260"/>
        </pc:sldMkLst>
        <pc:spChg chg="mod">
          <ac:chgData name="Awais Asghar" userId="4e531a22-1881-423e-b958-a671f924ba4b" providerId="ADAL" clId="{25927A79-4907-45E8-8A6B-53EFD770209B}" dt="2025-12-16T13:46:59.870" v="144" actId="122"/>
          <ac:spMkLst>
            <pc:docMk/>
            <pc:sldMk cId="1267075628" sldId="260"/>
            <ac:spMk id="2" creationId="{124A64FF-F34B-E3CF-15B1-13E93CBD57D7}"/>
          </ac:spMkLst>
        </pc:spChg>
        <pc:spChg chg="del mod">
          <ac:chgData name="Awais Asghar" userId="4e531a22-1881-423e-b958-a671f924ba4b" providerId="ADAL" clId="{25927A79-4907-45E8-8A6B-53EFD770209B}" dt="2025-12-16T13:42:16.558" v="98" actId="26606"/>
          <ac:spMkLst>
            <pc:docMk/>
            <pc:sldMk cId="1267075628" sldId="260"/>
            <ac:spMk id="3" creationId="{A8660701-C192-8C3E-1B1E-0BBE6A4B8E93}"/>
          </ac:spMkLst>
        </pc:spChg>
        <pc:spChg chg="add">
          <ac:chgData name="Awais Asghar" userId="4e531a22-1881-423e-b958-a671f924ba4b" providerId="ADAL" clId="{25927A79-4907-45E8-8A6B-53EFD770209B}" dt="2025-12-16T13:42:16.558" v="98" actId="26606"/>
          <ac:spMkLst>
            <pc:docMk/>
            <pc:sldMk cId="1267075628" sldId="260"/>
            <ac:spMk id="9" creationId="{98DED6BC-9A3E-48D4-AD7C-A56D63F547E8}"/>
          </ac:spMkLst>
        </pc:spChg>
        <pc:spChg chg="add">
          <ac:chgData name="Awais Asghar" userId="4e531a22-1881-423e-b958-a671f924ba4b" providerId="ADAL" clId="{25927A79-4907-45E8-8A6B-53EFD770209B}" dt="2025-12-16T13:42:16.558" v="98" actId="26606"/>
          <ac:spMkLst>
            <pc:docMk/>
            <pc:sldMk cId="1267075628" sldId="260"/>
            <ac:spMk id="11" creationId="{6B6E033A-DB2E-49B8-B600-B38E0C280263}"/>
          </ac:spMkLst>
        </pc:spChg>
        <pc:graphicFrameChg chg="add mod">
          <ac:chgData name="Awais Asghar" userId="4e531a22-1881-423e-b958-a671f924ba4b" providerId="ADAL" clId="{25927A79-4907-45E8-8A6B-53EFD770209B}" dt="2025-12-16T14:20:57.109" v="411" actId="12100"/>
          <ac:graphicFrameMkLst>
            <pc:docMk/>
            <pc:sldMk cId="1267075628" sldId="260"/>
            <ac:graphicFrameMk id="5" creationId="{3A7D261E-8AEC-1209-2E2C-A4A87B670526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3:46:19.816" v="129" actId="2711"/>
        <pc:sldMkLst>
          <pc:docMk/>
          <pc:sldMk cId="579253487" sldId="261"/>
        </pc:sldMkLst>
        <pc:spChg chg="mod">
          <ac:chgData name="Awais Asghar" userId="4e531a22-1881-423e-b958-a671f924ba4b" providerId="ADAL" clId="{25927A79-4907-45E8-8A6B-53EFD770209B}" dt="2025-12-16T13:46:19.816" v="129" actId="2711"/>
          <ac:spMkLst>
            <pc:docMk/>
            <pc:sldMk cId="579253487" sldId="261"/>
            <ac:spMk id="2" creationId="{059F60FC-AF5B-DE68-474A-AC3B0816EAC1}"/>
          </ac:spMkLst>
        </pc:spChg>
        <pc:spChg chg="del mod">
          <ac:chgData name="Awais Asghar" userId="4e531a22-1881-423e-b958-a671f924ba4b" providerId="ADAL" clId="{25927A79-4907-45E8-8A6B-53EFD770209B}" dt="2025-12-16T13:43:08.152" v="104" actId="26606"/>
          <ac:spMkLst>
            <pc:docMk/>
            <pc:sldMk cId="579253487" sldId="261"/>
            <ac:spMk id="3" creationId="{394183D2-ABEC-E458-B9C5-FD418FFA824E}"/>
          </ac:spMkLst>
        </pc:spChg>
        <pc:spChg chg="add del">
          <ac:chgData name="Awais Asghar" userId="4e531a22-1881-423e-b958-a671f924ba4b" providerId="ADAL" clId="{25927A79-4907-45E8-8A6B-53EFD770209B}" dt="2025-12-16T13:44:48.257" v="111" actId="26606"/>
          <ac:spMkLst>
            <pc:docMk/>
            <pc:sldMk cId="579253487" sldId="261"/>
            <ac:spMk id="9" creationId="{98DED6BC-9A3E-48D4-AD7C-A56D63F547E8}"/>
          </ac:spMkLst>
        </pc:spChg>
        <pc:spChg chg="add del">
          <ac:chgData name="Awais Asghar" userId="4e531a22-1881-423e-b958-a671f924ba4b" providerId="ADAL" clId="{25927A79-4907-45E8-8A6B-53EFD770209B}" dt="2025-12-16T13:44:48.257" v="111" actId="26606"/>
          <ac:spMkLst>
            <pc:docMk/>
            <pc:sldMk cId="579253487" sldId="261"/>
            <ac:spMk id="11" creationId="{6B6E033A-DB2E-49B8-B600-B38E0C280263}"/>
          </ac:spMkLst>
        </pc:spChg>
        <pc:spChg chg="add del">
          <ac:chgData name="Awais Asghar" userId="4e531a22-1881-423e-b958-a671f924ba4b" providerId="ADAL" clId="{25927A79-4907-45E8-8A6B-53EFD770209B}" dt="2025-12-16T13:44:29.752" v="106" actId="26606"/>
          <ac:spMkLst>
            <pc:docMk/>
            <pc:sldMk cId="579253487" sldId="261"/>
            <ac:spMk id="16" creationId="{98DED6BC-9A3E-48D4-AD7C-A56D63F547E8}"/>
          </ac:spMkLst>
        </pc:spChg>
        <pc:spChg chg="add del">
          <ac:chgData name="Awais Asghar" userId="4e531a22-1881-423e-b958-a671f924ba4b" providerId="ADAL" clId="{25927A79-4907-45E8-8A6B-53EFD770209B}" dt="2025-12-16T13:44:29.752" v="106" actId="26606"/>
          <ac:spMkLst>
            <pc:docMk/>
            <pc:sldMk cId="579253487" sldId="261"/>
            <ac:spMk id="18" creationId="{6B6E033A-DB2E-49B8-B600-B38E0C280263}"/>
          </ac:spMkLst>
        </pc:spChg>
        <pc:spChg chg="add del">
          <ac:chgData name="Awais Asghar" userId="4e531a22-1881-423e-b958-a671f924ba4b" providerId="ADAL" clId="{25927A79-4907-45E8-8A6B-53EFD770209B}" dt="2025-12-16T13:44:42.701" v="108" actId="26606"/>
          <ac:spMkLst>
            <pc:docMk/>
            <pc:sldMk cId="579253487" sldId="261"/>
            <ac:spMk id="20" creationId="{5D11FD0E-2D27-4A5A-949D-222E61ECBCC3}"/>
          </ac:spMkLst>
        </pc:spChg>
        <pc:spChg chg="add del">
          <ac:chgData name="Awais Asghar" userId="4e531a22-1881-423e-b958-a671f924ba4b" providerId="ADAL" clId="{25927A79-4907-45E8-8A6B-53EFD770209B}" dt="2025-12-16T13:44:42.701" v="108" actId="26606"/>
          <ac:spMkLst>
            <pc:docMk/>
            <pc:sldMk cId="579253487" sldId="261"/>
            <ac:spMk id="21" creationId="{1BC8109F-B452-45EE-8BB3-65433C039601}"/>
          </ac:spMkLst>
        </pc:spChg>
        <pc:spChg chg="add del">
          <ac:chgData name="Awais Asghar" userId="4e531a22-1881-423e-b958-a671f924ba4b" providerId="ADAL" clId="{25927A79-4907-45E8-8A6B-53EFD770209B}" dt="2025-12-16T13:44:48.189" v="110" actId="26606"/>
          <ac:spMkLst>
            <pc:docMk/>
            <pc:sldMk cId="579253487" sldId="261"/>
            <ac:spMk id="23" creationId="{98DED6BC-9A3E-48D4-AD7C-A56D63F547E8}"/>
          </ac:spMkLst>
        </pc:spChg>
        <pc:spChg chg="add del">
          <ac:chgData name="Awais Asghar" userId="4e531a22-1881-423e-b958-a671f924ba4b" providerId="ADAL" clId="{25927A79-4907-45E8-8A6B-53EFD770209B}" dt="2025-12-16T13:44:48.189" v="110" actId="26606"/>
          <ac:spMkLst>
            <pc:docMk/>
            <pc:sldMk cId="579253487" sldId="261"/>
            <ac:spMk id="24" creationId="{6B6E033A-DB2E-49B8-B600-B38E0C280263}"/>
          </ac:spMkLst>
        </pc:spChg>
        <pc:spChg chg="add del">
          <ac:chgData name="Awais Asghar" userId="4e531a22-1881-423e-b958-a671f924ba4b" providerId="ADAL" clId="{25927A79-4907-45E8-8A6B-53EFD770209B}" dt="2025-12-16T13:45:00.430" v="112" actId="26606"/>
          <ac:spMkLst>
            <pc:docMk/>
            <pc:sldMk cId="579253487" sldId="261"/>
            <ac:spMk id="26" creationId="{5D11FD0E-2D27-4A5A-949D-222E61ECBCC3}"/>
          </ac:spMkLst>
        </pc:spChg>
        <pc:spChg chg="add del">
          <ac:chgData name="Awais Asghar" userId="4e531a22-1881-423e-b958-a671f924ba4b" providerId="ADAL" clId="{25927A79-4907-45E8-8A6B-53EFD770209B}" dt="2025-12-16T13:45:00.430" v="112" actId="26606"/>
          <ac:spMkLst>
            <pc:docMk/>
            <pc:sldMk cId="579253487" sldId="261"/>
            <ac:spMk id="27" creationId="{1BC8109F-B452-45EE-8BB3-65433C039601}"/>
          </ac:spMkLst>
        </pc:spChg>
        <pc:spChg chg="add">
          <ac:chgData name="Awais Asghar" userId="4e531a22-1881-423e-b958-a671f924ba4b" providerId="ADAL" clId="{25927A79-4907-45E8-8A6B-53EFD770209B}" dt="2025-12-16T13:45:00.430" v="112" actId="26606"/>
          <ac:spMkLst>
            <pc:docMk/>
            <pc:sldMk cId="579253487" sldId="261"/>
            <ac:spMk id="32" creationId="{388F20F8-60BF-42FE-A252-DFD5A74451CA}"/>
          </ac:spMkLst>
        </pc:spChg>
        <pc:spChg chg="add">
          <ac:chgData name="Awais Asghar" userId="4e531a22-1881-423e-b958-a671f924ba4b" providerId="ADAL" clId="{25927A79-4907-45E8-8A6B-53EFD770209B}" dt="2025-12-16T13:45:00.430" v="112" actId="26606"/>
          <ac:spMkLst>
            <pc:docMk/>
            <pc:sldMk cId="579253487" sldId="261"/>
            <ac:spMk id="34" creationId="{98A68847-134F-4AF1-B1C6-332344C9C90D}"/>
          </ac:spMkLst>
        </pc:spChg>
        <pc:graphicFrameChg chg="add mod modGraphic">
          <ac:chgData name="Awais Asghar" userId="4e531a22-1881-423e-b958-a671f924ba4b" providerId="ADAL" clId="{25927A79-4907-45E8-8A6B-53EFD770209B}" dt="2025-12-16T13:45:00.430" v="112" actId="26606"/>
          <ac:graphicFrameMkLst>
            <pc:docMk/>
            <pc:sldMk cId="579253487" sldId="261"/>
            <ac:graphicFrameMk id="5" creationId="{D341C21A-0A52-8E12-612E-9137EF4BF266}"/>
          </ac:graphicFrameMkLst>
        </pc:graphicFrameChg>
      </pc:sldChg>
      <pc:sldChg chg="addSp delSp modSp new mod">
        <pc:chgData name="Awais Asghar" userId="4e531a22-1881-423e-b958-a671f924ba4b" providerId="ADAL" clId="{25927A79-4907-45E8-8A6B-53EFD770209B}" dt="2025-12-16T14:21:09.883" v="412"/>
        <pc:sldMkLst>
          <pc:docMk/>
          <pc:sldMk cId="684623251" sldId="262"/>
        </pc:sldMkLst>
        <pc:spChg chg="mod">
          <ac:chgData name="Awais Asghar" userId="4e531a22-1881-423e-b958-a671f924ba4b" providerId="ADAL" clId="{25927A79-4907-45E8-8A6B-53EFD770209B}" dt="2025-12-16T13:47:07.948" v="146" actId="403"/>
          <ac:spMkLst>
            <pc:docMk/>
            <pc:sldMk cId="684623251" sldId="262"/>
            <ac:spMk id="2" creationId="{7DCF4836-9CAC-EE7C-3F54-22C8DBF5763E}"/>
          </ac:spMkLst>
        </pc:spChg>
        <pc:spChg chg="del mod">
          <ac:chgData name="Awais Asghar" userId="4e531a22-1881-423e-b958-a671f924ba4b" providerId="ADAL" clId="{25927A79-4907-45E8-8A6B-53EFD770209B}" dt="2025-12-16T13:45:28.947" v="120" actId="26606"/>
          <ac:spMkLst>
            <pc:docMk/>
            <pc:sldMk cId="684623251" sldId="262"/>
            <ac:spMk id="3" creationId="{78D2F626-0345-AECE-2F9B-6B4E88942B2B}"/>
          </ac:spMkLst>
        </pc:spChg>
        <pc:graphicFrameChg chg="add mod">
          <ac:chgData name="Awais Asghar" userId="4e531a22-1881-423e-b958-a671f924ba4b" providerId="ADAL" clId="{25927A79-4907-45E8-8A6B-53EFD770209B}" dt="2025-12-16T14:21:09.883" v="412"/>
          <ac:graphicFrameMkLst>
            <pc:docMk/>
            <pc:sldMk cId="684623251" sldId="262"/>
            <ac:graphicFrameMk id="5" creationId="{574F8BDB-5150-1BD1-E1E8-01291E245494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21:21.179" v="414" actId="14100"/>
        <pc:sldMkLst>
          <pc:docMk/>
          <pc:sldMk cId="3671616681" sldId="263"/>
        </pc:sldMkLst>
        <pc:spChg chg="mod">
          <ac:chgData name="Awais Asghar" userId="4e531a22-1881-423e-b958-a671f924ba4b" providerId="ADAL" clId="{25927A79-4907-45E8-8A6B-53EFD770209B}" dt="2025-12-16T13:48:40.993" v="165" actId="26606"/>
          <ac:spMkLst>
            <pc:docMk/>
            <pc:sldMk cId="3671616681" sldId="263"/>
            <ac:spMk id="2" creationId="{FEF8F8E7-9C4C-AA53-E5DF-65A7F56DBE57}"/>
          </ac:spMkLst>
        </pc:spChg>
        <pc:spChg chg="mod">
          <ac:chgData name="Awais Asghar" userId="4e531a22-1881-423e-b958-a671f924ba4b" providerId="ADAL" clId="{25927A79-4907-45E8-8A6B-53EFD770209B}" dt="2025-12-16T14:21:21.179" v="414" actId="14100"/>
          <ac:spMkLst>
            <pc:docMk/>
            <pc:sldMk cId="3671616681" sldId="263"/>
            <ac:spMk id="3" creationId="{6AC1AAEF-6FB0-31D3-7412-B4661287AF5A}"/>
          </ac:spMkLst>
        </pc:spChg>
        <pc:spChg chg="add del">
          <ac:chgData name="Awais Asghar" userId="4e531a22-1881-423e-b958-a671f924ba4b" providerId="ADAL" clId="{25927A79-4907-45E8-8A6B-53EFD770209B}" dt="2025-12-16T13:48:40.993" v="165" actId="26606"/>
          <ac:spMkLst>
            <pc:docMk/>
            <pc:sldMk cId="3671616681" sldId="263"/>
            <ac:spMk id="9" creationId="{79BB35BC-D5C2-4C8B-A22A-A71E6191913B}"/>
          </ac:spMkLst>
        </pc:spChg>
        <pc:spChg chg="add">
          <ac:chgData name="Awais Asghar" userId="4e531a22-1881-423e-b958-a671f924ba4b" providerId="ADAL" clId="{25927A79-4907-45E8-8A6B-53EFD770209B}" dt="2025-12-16T13:48:40.993" v="165" actId="26606"/>
          <ac:spMkLst>
            <pc:docMk/>
            <pc:sldMk cId="3671616681" sldId="263"/>
            <ac:spMk id="14" creationId="{D009D6D5-DAC2-4A8B-A17A-E206B9012D09}"/>
          </ac:spMkLst>
        </pc:spChg>
        <pc:picChg chg="add mod ord">
          <ac:chgData name="Awais Asghar" userId="4e531a22-1881-423e-b958-a671f924ba4b" providerId="ADAL" clId="{25927A79-4907-45E8-8A6B-53EFD770209B}" dt="2025-12-16T13:48:40.993" v="165" actId="26606"/>
          <ac:picMkLst>
            <pc:docMk/>
            <pc:sldMk cId="3671616681" sldId="263"/>
            <ac:picMk id="5" creationId="{23125FF9-7E08-F4C5-B3E0-7E5DD24D2F4F}"/>
          </ac:picMkLst>
        </pc:picChg>
      </pc:sldChg>
      <pc:sldChg chg="addSp delSp modSp new mod setBg">
        <pc:chgData name="Awais Asghar" userId="4e531a22-1881-423e-b958-a671f924ba4b" providerId="ADAL" clId="{25927A79-4907-45E8-8A6B-53EFD770209B}" dt="2025-12-16T14:21:32.398" v="415" actId="113"/>
        <pc:sldMkLst>
          <pc:docMk/>
          <pc:sldMk cId="3118812291" sldId="264"/>
        </pc:sldMkLst>
        <pc:spChg chg="mod">
          <ac:chgData name="Awais Asghar" userId="4e531a22-1881-423e-b958-a671f924ba4b" providerId="ADAL" clId="{25927A79-4907-45E8-8A6B-53EFD770209B}" dt="2025-12-16T13:50:00.479" v="183" actId="1076"/>
          <ac:spMkLst>
            <pc:docMk/>
            <pc:sldMk cId="3118812291" sldId="264"/>
            <ac:spMk id="2" creationId="{F1309316-1BE9-C9C0-B3DA-86073709EEDF}"/>
          </ac:spMkLst>
        </pc:spChg>
        <pc:spChg chg="mod">
          <ac:chgData name="Awais Asghar" userId="4e531a22-1881-423e-b958-a671f924ba4b" providerId="ADAL" clId="{25927A79-4907-45E8-8A6B-53EFD770209B}" dt="2025-12-16T14:21:32.398" v="415" actId="113"/>
          <ac:spMkLst>
            <pc:docMk/>
            <pc:sldMk cId="3118812291" sldId="264"/>
            <ac:spMk id="3" creationId="{6CA089C3-D291-4B3A-C4CB-DA8A9D756A7C}"/>
          </ac:spMkLst>
        </pc:spChg>
        <pc:spChg chg="add del">
          <ac:chgData name="Awais Asghar" userId="4e531a22-1881-423e-b958-a671f924ba4b" providerId="ADAL" clId="{25927A79-4907-45E8-8A6B-53EFD770209B}" dt="2025-12-16T13:49:17.154" v="173" actId="26606"/>
          <ac:spMkLst>
            <pc:docMk/>
            <pc:sldMk cId="3118812291" sldId="264"/>
            <ac:spMk id="9" creationId="{D009D6D5-DAC2-4A8B-A17A-E206B9012D09}"/>
          </ac:spMkLst>
        </pc:spChg>
        <pc:spChg chg="add del">
          <ac:chgData name="Awais Asghar" userId="4e531a22-1881-423e-b958-a671f924ba4b" providerId="ADAL" clId="{25927A79-4907-45E8-8A6B-53EFD770209B}" dt="2025-12-16T13:49:29.445" v="175" actId="26606"/>
          <ac:spMkLst>
            <pc:docMk/>
            <pc:sldMk cId="3118812291" sldId="264"/>
            <ac:spMk id="11" creationId="{94C5663A-0CE3-4AEE-B47E-FB68D9EBFE1A}"/>
          </ac:spMkLst>
        </pc:spChg>
        <pc:spChg chg="add">
          <ac:chgData name="Awais Asghar" userId="4e531a22-1881-423e-b958-a671f924ba4b" providerId="ADAL" clId="{25927A79-4907-45E8-8A6B-53EFD770209B}" dt="2025-12-16T13:49:29.445" v="175" actId="26606"/>
          <ac:spMkLst>
            <pc:docMk/>
            <pc:sldMk cId="3118812291" sldId="264"/>
            <ac:spMk id="17" creationId="{D009D6D5-DAC2-4A8B-A17A-E206B9012D09}"/>
          </ac:spMkLst>
        </pc:spChg>
        <pc:picChg chg="add del">
          <ac:chgData name="Awais Asghar" userId="4e531a22-1881-423e-b958-a671f924ba4b" providerId="ADAL" clId="{25927A79-4907-45E8-8A6B-53EFD770209B}" dt="2025-12-16T13:49:17.154" v="173" actId="26606"/>
          <ac:picMkLst>
            <pc:docMk/>
            <pc:sldMk cId="3118812291" sldId="264"/>
            <ac:picMk id="5" creationId="{AE7BAD0E-507D-5906-56B4-0722E457B858}"/>
          </ac:picMkLst>
        </pc:picChg>
        <pc:picChg chg="add mod">
          <ac:chgData name="Awais Asghar" userId="4e531a22-1881-423e-b958-a671f924ba4b" providerId="ADAL" clId="{25927A79-4907-45E8-8A6B-53EFD770209B}" dt="2025-12-16T13:49:29.445" v="175" actId="26606"/>
          <ac:picMkLst>
            <pc:docMk/>
            <pc:sldMk cId="3118812291" sldId="264"/>
            <ac:picMk id="12" creationId="{871E1AD1-4DE5-E6D5-D238-EE8D61D7035E}"/>
          </ac:picMkLst>
        </pc:picChg>
      </pc:sldChg>
      <pc:sldChg chg="addSp delSp modSp new del mod setBg">
        <pc:chgData name="Awais Asghar" userId="4e531a22-1881-423e-b958-a671f924ba4b" providerId="ADAL" clId="{25927A79-4907-45E8-8A6B-53EFD770209B}" dt="2025-12-16T14:21:38.160" v="416" actId="47"/>
        <pc:sldMkLst>
          <pc:docMk/>
          <pc:sldMk cId="3776937632" sldId="265"/>
        </pc:sldMkLst>
        <pc:spChg chg="mod">
          <ac:chgData name="Awais Asghar" userId="4e531a22-1881-423e-b958-a671f924ba4b" providerId="ADAL" clId="{25927A79-4907-45E8-8A6B-53EFD770209B}" dt="2025-12-16T14:02:25.734" v="201" actId="20577"/>
          <ac:spMkLst>
            <pc:docMk/>
            <pc:sldMk cId="3776937632" sldId="265"/>
            <ac:spMk id="2" creationId="{637F32D9-FB93-7516-2D17-49AA003A88E6}"/>
          </ac:spMkLst>
        </pc:spChg>
        <pc:spChg chg="mod">
          <ac:chgData name="Awais Asghar" userId="4e531a22-1881-423e-b958-a671f924ba4b" providerId="ADAL" clId="{25927A79-4907-45E8-8A6B-53EFD770209B}" dt="2025-12-16T14:02:24.237" v="200" actId="1076"/>
          <ac:spMkLst>
            <pc:docMk/>
            <pc:sldMk cId="3776937632" sldId="265"/>
            <ac:spMk id="3" creationId="{85D64AB8-1EFE-FF27-3BF8-7B1EA84ECA62}"/>
          </ac:spMkLst>
        </pc:spChg>
        <pc:spChg chg="add del">
          <ac:chgData name="Awais Asghar" userId="4e531a22-1881-423e-b958-a671f924ba4b" providerId="ADAL" clId="{25927A79-4907-45E8-8A6B-53EFD770209B}" dt="2025-12-16T13:50:48.741" v="190" actId="26606"/>
          <ac:spMkLst>
            <pc:docMk/>
            <pc:sldMk cId="3776937632" sldId="265"/>
            <ac:spMk id="9" creationId="{D009D6D5-DAC2-4A8B-A17A-E206B9012D09}"/>
          </ac:spMkLst>
        </pc:spChg>
        <pc:spChg chg="add del">
          <ac:chgData name="Awais Asghar" userId="4e531a22-1881-423e-b958-a671f924ba4b" providerId="ADAL" clId="{25927A79-4907-45E8-8A6B-53EFD770209B}" dt="2025-12-16T13:50:50.248" v="192" actId="26606"/>
          <ac:spMkLst>
            <pc:docMk/>
            <pc:sldMk cId="3776937632" sldId="265"/>
            <ac:spMk id="11" creationId="{94C5663A-0CE3-4AEE-B47E-FB68D9EBFE1A}"/>
          </ac:spMkLst>
        </pc:spChg>
        <pc:spChg chg="add">
          <ac:chgData name="Awais Asghar" userId="4e531a22-1881-423e-b958-a671f924ba4b" providerId="ADAL" clId="{25927A79-4907-45E8-8A6B-53EFD770209B}" dt="2025-12-16T13:50:50.283" v="193" actId="26606"/>
          <ac:spMkLst>
            <pc:docMk/>
            <pc:sldMk cId="3776937632" sldId="265"/>
            <ac:spMk id="14" creationId="{D009D6D5-DAC2-4A8B-A17A-E206B9012D09}"/>
          </ac:spMkLst>
        </pc:spChg>
        <pc:picChg chg="add del">
          <ac:chgData name="Awais Asghar" userId="4e531a22-1881-423e-b958-a671f924ba4b" providerId="ADAL" clId="{25927A79-4907-45E8-8A6B-53EFD770209B}" dt="2025-12-16T13:50:48.741" v="190" actId="26606"/>
          <ac:picMkLst>
            <pc:docMk/>
            <pc:sldMk cId="3776937632" sldId="265"/>
            <ac:picMk id="5" creationId="{D4681D42-55CF-C04C-FD09-8368DAD50953}"/>
          </ac:picMkLst>
        </pc:picChg>
        <pc:picChg chg="add del">
          <ac:chgData name="Awais Asghar" userId="4e531a22-1881-423e-b958-a671f924ba4b" providerId="ADAL" clId="{25927A79-4907-45E8-8A6B-53EFD770209B}" dt="2025-12-16T13:50:50.248" v="192" actId="26606"/>
          <ac:picMkLst>
            <pc:docMk/>
            <pc:sldMk cId="3776937632" sldId="265"/>
            <ac:picMk id="12" creationId="{22D6AA3D-83C4-DD9C-096F-E320F64CBBB8}"/>
          </ac:picMkLst>
        </pc:picChg>
        <pc:picChg chg="add">
          <ac:chgData name="Awais Asghar" userId="4e531a22-1881-423e-b958-a671f924ba4b" providerId="ADAL" clId="{25927A79-4907-45E8-8A6B-53EFD770209B}" dt="2025-12-16T13:50:50.283" v="193" actId="26606"/>
          <ac:picMkLst>
            <pc:docMk/>
            <pc:sldMk cId="3776937632" sldId="265"/>
            <ac:picMk id="15" creationId="{D4681D42-55CF-C04C-FD09-8368DAD50953}"/>
          </ac:picMkLst>
        </pc:picChg>
      </pc:sldChg>
      <pc:sldChg chg="addSp delSp modSp new mod">
        <pc:chgData name="Awais Asghar" userId="4e531a22-1881-423e-b958-a671f924ba4b" providerId="ADAL" clId="{25927A79-4907-45E8-8A6B-53EFD770209B}" dt="2025-12-16T14:18:09.295" v="390"/>
        <pc:sldMkLst>
          <pc:docMk/>
          <pc:sldMk cId="3707334719" sldId="266"/>
        </pc:sldMkLst>
        <pc:spChg chg="mod">
          <ac:chgData name="Awais Asghar" userId="4e531a22-1881-423e-b958-a671f924ba4b" providerId="ADAL" clId="{25927A79-4907-45E8-8A6B-53EFD770209B}" dt="2025-12-16T14:18:09.295" v="390"/>
          <ac:spMkLst>
            <pc:docMk/>
            <pc:sldMk cId="3707334719" sldId="266"/>
            <ac:spMk id="2" creationId="{ED0A274E-881C-F9B4-48AF-22C9BAD2046A}"/>
          </ac:spMkLst>
        </pc:spChg>
        <pc:spChg chg="del">
          <ac:chgData name="Awais Asghar" userId="4e531a22-1881-423e-b958-a671f924ba4b" providerId="ADAL" clId="{25927A79-4907-45E8-8A6B-53EFD770209B}" dt="2025-12-16T14:02:36.207" v="202" actId="478"/>
          <ac:spMkLst>
            <pc:docMk/>
            <pc:sldMk cId="3707334719" sldId="266"/>
            <ac:spMk id="3" creationId="{6F1F940F-1EA0-207B-DA57-1355ED883201}"/>
          </ac:spMkLst>
        </pc:spChg>
        <pc:spChg chg="add del">
          <ac:chgData name="Awais Asghar" userId="4e531a22-1881-423e-b958-a671f924ba4b" providerId="ADAL" clId="{25927A79-4907-45E8-8A6B-53EFD770209B}" dt="2025-12-16T13:57:58.848" v="196" actId="478"/>
          <ac:spMkLst>
            <pc:docMk/>
            <pc:sldMk cId="3707334719" sldId="266"/>
            <ac:spMk id="5" creationId="{B30EC3F5-D569-B973-315D-4074B285C7E6}"/>
          </ac:spMkLst>
        </pc:spChg>
        <pc:picChg chg="add del mod">
          <ac:chgData name="Awais Asghar" userId="4e531a22-1881-423e-b958-a671f924ba4b" providerId="ADAL" clId="{25927A79-4907-45E8-8A6B-53EFD770209B}" dt="2025-12-16T14:17:16.080" v="384" actId="478"/>
          <ac:picMkLst>
            <pc:docMk/>
            <pc:sldMk cId="3707334719" sldId="266"/>
            <ac:picMk id="7" creationId="{BD1DDD1A-8C1D-41B1-4131-6D3BA8243C1A}"/>
          </ac:picMkLst>
        </pc:picChg>
        <pc:picChg chg="add mod modCrop">
          <ac:chgData name="Awais Asghar" userId="4e531a22-1881-423e-b958-a671f924ba4b" providerId="ADAL" clId="{25927A79-4907-45E8-8A6B-53EFD770209B}" dt="2025-12-16T14:17:34.584" v="389" actId="1076"/>
          <ac:picMkLst>
            <pc:docMk/>
            <pc:sldMk cId="3707334719" sldId="266"/>
            <ac:picMk id="9" creationId="{2CD20A30-ADA3-8963-F681-400012D0CE36}"/>
          </ac:picMkLst>
        </pc:picChg>
      </pc:sldChg>
      <pc:sldChg chg="addSp delSp modSp new del mod setBg">
        <pc:chgData name="Awais Asghar" userId="4e531a22-1881-423e-b958-a671f924ba4b" providerId="ADAL" clId="{25927A79-4907-45E8-8A6B-53EFD770209B}" dt="2025-12-16T14:10:56.670" v="343" actId="47"/>
        <pc:sldMkLst>
          <pc:docMk/>
          <pc:sldMk cId="3884757154" sldId="267"/>
        </pc:sldMkLst>
        <pc:spChg chg="mod">
          <ac:chgData name="Awais Asghar" userId="4e531a22-1881-423e-b958-a671f924ba4b" providerId="ADAL" clId="{25927A79-4907-45E8-8A6B-53EFD770209B}" dt="2025-12-16T14:10:52.114" v="341" actId="21"/>
          <ac:spMkLst>
            <pc:docMk/>
            <pc:sldMk cId="3884757154" sldId="267"/>
            <ac:spMk id="2" creationId="{E6E31D3A-E408-5577-5812-F52F9F9B842C}"/>
          </ac:spMkLst>
        </pc:spChg>
        <pc:spChg chg="del mod">
          <ac:chgData name="Awais Asghar" userId="4e531a22-1881-423e-b958-a671f924ba4b" providerId="ADAL" clId="{25927A79-4907-45E8-8A6B-53EFD770209B}" dt="2025-12-16T14:04:06.708" v="239" actId="26606"/>
          <ac:spMkLst>
            <pc:docMk/>
            <pc:sldMk cId="3884757154" sldId="267"/>
            <ac:spMk id="3" creationId="{B18C76CE-F31C-3AFB-8614-E3A6FDADCEFA}"/>
          </ac:spMkLst>
        </pc:spChg>
        <pc:spChg chg="add">
          <ac:chgData name="Awais Asghar" userId="4e531a22-1881-423e-b958-a671f924ba4b" providerId="ADAL" clId="{25927A79-4907-45E8-8A6B-53EFD770209B}" dt="2025-12-16T14:04:06.708" v="239" actId="26606"/>
          <ac:spMkLst>
            <pc:docMk/>
            <pc:sldMk cId="3884757154" sldId="267"/>
            <ac:spMk id="9" creationId="{DA8886A6-5426-494B-96D8-D962D2BA0818}"/>
          </ac:spMkLst>
        </pc:spChg>
        <pc:spChg chg="add">
          <ac:chgData name="Awais Asghar" userId="4e531a22-1881-423e-b958-a671f924ba4b" providerId="ADAL" clId="{25927A79-4907-45E8-8A6B-53EFD770209B}" dt="2025-12-16T14:04:06.708" v="239" actId="26606"/>
          <ac:spMkLst>
            <pc:docMk/>
            <pc:sldMk cId="3884757154" sldId="267"/>
            <ac:spMk id="11" creationId="{AA3ED336-C09E-46E8-9774-B977D15FC5E0}"/>
          </ac:spMkLst>
        </pc:spChg>
        <pc:graphicFrameChg chg="add">
          <ac:chgData name="Awais Asghar" userId="4e531a22-1881-423e-b958-a671f924ba4b" providerId="ADAL" clId="{25927A79-4907-45E8-8A6B-53EFD770209B}" dt="2025-12-16T14:04:06.708" v="239" actId="26606"/>
          <ac:graphicFrameMkLst>
            <pc:docMk/>
            <pc:sldMk cId="3884757154" sldId="267"/>
            <ac:graphicFrameMk id="5" creationId="{274AA282-F6E4-DB8F-0CC9-65626311B70E}"/>
          </ac:graphicFrameMkLst>
        </pc:graphicFrameChg>
      </pc:sldChg>
      <pc:sldChg chg="addSp delSp modSp new del mod setBg">
        <pc:chgData name="Awais Asghar" userId="4e531a22-1881-423e-b958-a671f924ba4b" providerId="ADAL" clId="{25927A79-4907-45E8-8A6B-53EFD770209B}" dt="2025-12-16T14:10:33.266" v="336" actId="47"/>
        <pc:sldMkLst>
          <pc:docMk/>
          <pc:sldMk cId="3386782111" sldId="268"/>
        </pc:sldMkLst>
        <pc:spChg chg="mod">
          <ac:chgData name="Awais Asghar" userId="4e531a22-1881-423e-b958-a671f924ba4b" providerId="ADAL" clId="{25927A79-4907-45E8-8A6B-53EFD770209B}" dt="2025-12-16T14:04:52.390" v="255" actId="26606"/>
          <ac:spMkLst>
            <pc:docMk/>
            <pc:sldMk cId="3386782111" sldId="268"/>
            <ac:spMk id="2" creationId="{46B3C090-53E4-ACD4-895A-321E43859499}"/>
          </ac:spMkLst>
        </pc:spChg>
        <pc:spChg chg="del mod">
          <ac:chgData name="Awais Asghar" userId="4e531a22-1881-423e-b958-a671f924ba4b" providerId="ADAL" clId="{25927A79-4907-45E8-8A6B-53EFD770209B}" dt="2025-12-16T14:04:52.390" v="255" actId="26606"/>
          <ac:spMkLst>
            <pc:docMk/>
            <pc:sldMk cId="3386782111" sldId="268"/>
            <ac:spMk id="3" creationId="{E1BC9607-4575-F78A-FD54-C0B66199366B}"/>
          </ac:spMkLst>
        </pc:spChg>
        <pc:spChg chg="add">
          <ac:chgData name="Awais Asghar" userId="4e531a22-1881-423e-b958-a671f924ba4b" providerId="ADAL" clId="{25927A79-4907-45E8-8A6B-53EFD770209B}" dt="2025-12-16T14:04:52.390" v="255" actId="26606"/>
          <ac:spMkLst>
            <pc:docMk/>
            <pc:sldMk cId="3386782111" sldId="268"/>
            <ac:spMk id="9" creationId="{DA8886A6-5426-494B-96D8-D962D2BA0818}"/>
          </ac:spMkLst>
        </pc:spChg>
        <pc:spChg chg="add">
          <ac:chgData name="Awais Asghar" userId="4e531a22-1881-423e-b958-a671f924ba4b" providerId="ADAL" clId="{25927A79-4907-45E8-8A6B-53EFD770209B}" dt="2025-12-16T14:04:52.390" v="255" actId="26606"/>
          <ac:spMkLst>
            <pc:docMk/>
            <pc:sldMk cId="3386782111" sldId="268"/>
            <ac:spMk id="11" creationId="{AA3ED336-C09E-46E8-9774-B977D15FC5E0}"/>
          </ac:spMkLst>
        </pc:spChg>
        <pc:graphicFrameChg chg="add mod">
          <ac:chgData name="Awais Asghar" userId="4e531a22-1881-423e-b958-a671f924ba4b" providerId="ADAL" clId="{25927A79-4907-45E8-8A6B-53EFD770209B}" dt="2025-12-16T14:05:05.551" v="256" actId="12100"/>
          <ac:graphicFrameMkLst>
            <pc:docMk/>
            <pc:sldMk cId="3386782111" sldId="268"/>
            <ac:graphicFrameMk id="5" creationId="{654DEECE-D1CA-7AEE-08C7-631878FAD2C0}"/>
          </ac:graphicFrameMkLst>
        </pc:graphicFrameChg>
      </pc:sldChg>
      <pc:sldChg chg="addSp delSp modSp new del mod setBg">
        <pc:chgData name="Awais Asghar" userId="4e531a22-1881-423e-b958-a671f924ba4b" providerId="ADAL" clId="{25927A79-4907-45E8-8A6B-53EFD770209B}" dt="2025-12-16T14:09:36.286" v="328" actId="47"/>
        <pc:sldMkLst>
          <pc:docMk/>
          <pc:sldMk cId="1905377588" sldId="269"/>
        </pc:sldMkLst>
        <pc:spChg chg="mod">
          <ac:chgData name="Awais Asghar" userId="4e531a22-1881-423e-b958-a671f924ba4b" providerId="ADAL" clId="{25927A79-4907-45E8-8A6B-53EFD770209B}" dt="2025-12-16T14:06:13.699" v="278" actId="26606"/>
          <ac:spMkLst>
            <pc:docMk/>
            <pc:sldMk cId="1905377588" sldId="269"/>
            <ac:spMk id="2" creationId="{A93E7B29-06D6-CEC8-58FE-23825743B21B}"/>
          </ac:spMkLst>
        </pc:spChg>
        <pc:spChg chg="add del mod">
          <ac:chgData name="Awais Asghar" userId="4e531a22-1881-423e-b958-a671f924ba4b" providerId="ADAL" clId="{25927A79-4907-45E8-8A6B-53EFD770209B}" dt="2025-12-16T14:06:13.699" v="278" actId="26606"/>
          <ac:spMkLst>
            <pc:docMk/>
            <pc:sldMk cId="1905377588" sldId="269"/>
            <ac:spMk id="3" creationId="{E045FD41-4719-4016-F8ED-42FF08F1CF58}"/>
          </ac:spMkLst>
        </pc:spChg>
        <pc:spChg chg="add del">
          <ac:chgData name="Awais Asghar" userId="4e531a22-1881-423e-b958-a671f924ba4b" providerId="ADAL" clId="{25927A79-4907-45E8-8A6B-53EFD770209B}" dt="2025-12-16T14:06:10.488" v="275" actId="26606"/>
          <ac:spMkLst>
            <pc:docMk/>
            <pc:sldMk cId="1905377588" sldId="269"/>
            <ac:spMk id="9" creationId="{92070828-E616-4355-9C8A-A1065032B27D}"/>
          </ac:spMkLst>
        </pc:spChg>
        <pc:spChg chg="add del">
          <ac:chgData name="Awais Asghar" userId="4e531a22-1881-423e-b958-a671f924ba4b" providerId="ADAL" clId="{25927A79-4907-45E8-8A6B-53EFD770209B}" dt="2025-12-16T14:06:10.488" v="275" actId="26606"/>
          <ac:spMkLst>
            <pc:docMk/>
            <pc:sldMk cId="1905377588" sldId="269"/>
            <ac:spMk id="11" creationId="{355161C6-1218-4EAF-A9E9-A319CFD760C9}"/>
          </ac:spMkLst>
        </pc:spChg>
        <pc:spChg chg="add del">
          <ac:chgData name="Awais Asghar" userId="4e531a22-1881-423e-b958-a671f924ba4b" providerId="ADAL" clId="{25927A79-4907-45E8-8A6B-53EFD770209B}" dt="2025-12-16T14:06:13.655" v="277" actId="26606"/>
          <ac:spMkLst>
            <pc:docMk/>
            <pc:sldMk cId="1905377588" sldId="269"/>
            <ac:spMk id="13" creationId="{DA8886A6-5426-494B-96D8-D962D2BA0818}"/>
          </ac:spMkLst>
        </pc:spChg>
        <pc:spChg chg="add del">
          <ac:chgData name="Awais Asghar" userId="4e531a22-1881-423e-b958-a671f924ba4b" providerId="ADAL" clId="{25927A79-4907-45E8-8A6B-53EFD770209B}" dt="2025-12-16T14:06:13.655" v="277" actId="26606"/>
          <ac:spMkLst>
            <pc:docMk/>
            <pc:sldMk cId="1905377588" sldId="269"/>
            <ac:spMk id="14" creationId="{AA3ED336-C09E-46E8-9774-B977D15FC5E0}"/>
          </ac:spMkLst>
        </pc:spChg>
        <pc:spChg chg="add">
          <ac:chgData name="Awais Asghar" userId="4e531a22-1881-423e-b958-a671f924ba4b" providerId="ADAL" clId="{25927A79-4907-45E8-8A6B-53EFD770209B}" dt="2025-12-16T14:06:13.699" v="278" actId="26606"/>
          <ac:spMkLst>
            <pc:docMk/>
            <pc:sldMk cId="1905377588" sldId="269"/>
            <ac:spMk id="17" creationId="{DA8886A6-5426-494B-96D8-D962D2BA0818}"/>
          </ac:spMkLst>
        </pc:spChg>
        <pc:spChg chg="add">
          <ac:chgData name="Awais Asghar" userId="4e531a22-1881-423e-b958-a671f924ba4b" providerId="ADAL" clId="{25927A79-4907-45E8-8A6B-53EFD770209B}" dt="2025-12-16T14:06:13.699" v="278" actId="26606"/>
          <ac:spMkLst>
            <pc:docMk/>
            <pc:sldMk cId="1905377588" sldId="269"/>
            <ac:spMk id="18" creationId="{AA3ED336-C09E-46E8-9774-B977D15FC5E0}"/>
          </ac:spMkLst>
        </pc:spChg>
        <pc:graphicFrameChg chg="add del">
          <ac:chgData name="Awais Asghar" userId="4e531a22-1881-423e-b958-a671f924ba4b" providerId="ADAL" clId="{25927A79-4907-45E8-8A6B-53EFD770209B}" dt="2025-12-16T14:06:10.488" v="275" actId="26606"/>
          <ac:graphicFrameMkLst>
            <pc:docMk/>
            <pc:sldMk cId="1905377588" sldId="269"/>
            <ac:graphicFrameMk id="5" creationId="{EB5A3BF1-624A-8274-3ACE-851E034EC828}"/>
          </ac:graphicFrameMkLst>
        </pc:graphicFrameChg>
        <pc:graphicFrameChg chg="add del">
          <ac:chgData name="Awais Asghar" userId="4e531a22-1881-423e-b958-a671f924ba4b" providerId="ADAL" clId="{25927A79-4907-45E8-8A6B-53EFD770209B}" dt="2025-12-16T14:06:13.655" v="277" actId="26606"/>
          <ac:graphicFrameMkLst>
            <pc:docMk/>
            <pc:sldMk cId="1905377588" sldId="269"/>
            <ac:graphicFrameMk id="15" creationId="{7AD73081-D0F8-FC6C-09BE-03125DE7EB75}"/>
          </ac:graphicFrameMkLst>
        </pc:graphicFrameChg>
        <pc:graphicFrameChg chg="add mod">
          <ac:chgData name="Awais Asghar" userId="4e531a22-1881-423e-b958-a671f924ba4b" providerId="ADAL" clId="{25927A79-4907-45E8-8A6B-53EFD770209B}" dt="2025-12-16T14:09:26.527" v="325" actId="12100"/>
          <ac:graphicFrameMkLst>
            <pc:docMk/>
            <pc:sldMk cId="1905377588" sldId="269"/>
            <ac:graphicFrameMk id="19" creationId="{DEC8AA07-DBCF-F926-C3F7-AB6F8F5704FA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22:21.810" v="423" actId="14100"/>
        <pc:sldMkLst>
          <pc:docMk/>
          <pc:sldMk cId="3875432938" sldId="270"/>
        </pc:sldMkLst>
        <pc:spChg chg="mod">
          <ac:chgData name="Awais Asghar" userId="4e531a22-1881-423e-b958-a671f924ba4b" providerId="ADAL" clId="{25927A79-4907-45E8-8A6B-53EFD770209B}" dt="2025-12-16T14:06:59.836" v="291" actId="26606"/>
          <ac:spMkLst>
            <pc:docMk/>
            <pc:sldMk cId="3875432938" sldId="270"/>
            <ac:spMk id="2" creationId="{24141DC3-E754-EB83-ABE5-BC7547B78F91}"/>
          </ac:spMkLst>
        </pc:spChg>
        <pc:spChg chg="del mod">
          <ac:chgData name="Awais Asghar" userId="4e531a22-1881-423e-b958-a671f924ba4b" providerId="ADAL" clId="{25927A79-4907-45E8-8A6B-53EFD770209B}" dt="2025-12-16T14:06:59.836" v="291" actId="26606"/>
          <ac:spMkLst>
            <pc:docMk/>
            <pc:sldMk cId="3875432938" sldId="270"/>
            <ac:spMk id="3" creationId="{79107D6C-E605-3518-EA7F-A9191749F15C}"/>
          </ac:spMkLst>
        </pc:spChg>
        <pc:spChg chg="add">
          <ac:chgData name="Awais Asghar" userId="4e531a22-1881-423e-b958-a671f924ba4b" providerId="ADAL" clId="{25927A79-4907-45E8-8A6B-53EFD770209B}" dt="2025-12-16T14:06:59.836" v="291" actId="26606"/>
          <ac:spMkLst>
            <pc:docMk/>
            <pc:sldMk cId="3875432938" sldId="270"/>
            <ac:spMk id="9" creationId="{92070828-E616-4355-9C8A-A1065032B27D}"/>
          </ac:spMkLst>
        </pc:spChg>
        <pc:spChg chg="add">
          <ac:chgData name="Awais Asghar" userId="4e531a22-1881-423e-b958-a671f924ba4b" providerId="ADAL" clId="{25927A79-4907-45E8-8A6B-53EFD770209B}" dt="2025-12-16T14:06:59.836" v="291" actId="26606"/>
          <ac:spMkLst>
            <pc:docMk/>
            <pc:sldMk cId="3875432938" sldId="270"/>
            <ac:spMk id="11" creationId="{355161C6-1218-4EAF-A9E9-A319CFD760C9}"/>
          </ac:spMkLst>
        </pc:spChg>
        <pc:graphicFrameChg chg="add mod">
          <ac:chgData name="Awais Asghar" userId="4e531a22-1881-423e-b958-a671f924ba4b" providerId="ADAL" clId="{25927A79-4907-45E8-8A6B-53EFD770209B}" dt="2025-12-16T14:22:21.810" v="423" actId="14100"/>
          <ac:graphicFrameMkLst>
            <pc:docMk/>
            <pc:sldMk cId="3875432938" sldId="270"/>
            <ac:graphicFrameMk id="5" creationId="{DEEF4FDD-7C34-FA65-A056-66FB2E9F5A15}"/>
          </ac:graphicFrameMkLst>
        </pc:graphicFrameChg>
      </pc:sldChg>
      <pc:sldChg chg="addSp delSp modSp new mod">
        <pc:chgData name="Awais Asghar" userId="4e531a22-1881-423e-b958-a671f924ba4b" providerId="ADAL" clId="{25927A79-4907-45E8-8A6B-53EFD770209B}" dt="2025-12-16T14:07:34.706" v="307" actId="1076"/>
        <pc:sldMkLst>
          <pc:docMk/>
          <pc:sldMk cId="1202082934" sldId="271"/>
        </pc:sldMkLst>
        <pc:spChg chg="mod">
          <ac:chgData name="Awais Asghar" userId="4e531a22-1881-423e-b958-a671f924ba4b" providerId="ADAL" clId="{25927A79-4907-45E8-8A6B-53EFD770209B}" dt="2025-12-16T14:07:17.362" v="304" actId="404"/>
          <ac:spMkLst>
            <pc:docMk/>
            <pc:sldMk cId="1202082934" sldId="271"/>
            <ac:spMk id="2" creationId="{B8784845-6A96-64F5-1A1E-A3AD6668589A}"/>
          </ac:spMkLst>
        </pc:spChg>
        <pc:spChg chg="del">
          <ac:chgData name="Awais Asghar" userId="4e531a22-1881-423e-b958-a671f924ba4b" providerId="ADAL" clId="{25927A79-4907-45E8-8A6B-53EFD770209B}" dt="2025-12-16T14:07:20.205" v="305" actId="478"/>
          <ac:spMkLst>
            <pc:docMk/>
            <pc:sldMk cId="1202082934" sldId="271"/>
            <ac:spMk id="3" creationId="{005164F2-E79C-54EF-7598-EC0778D4783B}"/>
          </ac:spMkLst>
        </pc:spChg>
        <pc:picChg chg="add mod">
          <ac:chgData name="Awais Asghar" userId="4e531a22-1881-423e-b958-a671f924ba4b" providerId="ADAL" clId="{25927A79-4907-45E8-8A6B-53EFD770209B}" dt="2025-12-16T14:07:34.706" v="307" actId="1076"/>
          <ac:picMkLst>
            <pc:docMk/>
            <pc:sldMk cId="1202082934" sldId="271"/>
            <ac:picMk id="5" creationId="{86A629BF-44DB-34DE-D4B8-CA9871BE41A7}"/>
          </ac:picMkLst>
        </pc:picChg>
      </pc:sldChg>
      <pc:sldChg chg="addSp delSp modSp new mod setBg">
        <pc:chgData name="Awais Asghar" userId="4e531a22-1881-423e-b958-a671f924ba4b" providerId="ADAL" clId="{25927A79-4907-45E8-8A6B-53EFD770209B}" dt="2025-12-16T14:08:53.453" v="320" actId="12100"/>
        <pc:sldMkLst>
          <pc:docMk/>
          <pc:sldMk cId="3357829708" sldId="272"/>
        </pc:sldMkLst>
        <pc:spChg chg="mod">
          <ac:chgData name="Awais Asghar" userId="4e531a22-1881-423e-b958-a671f924ba4b" providerId="ADAL" clId="{25927A79-4907-45E8-8A6B-53EFD770209B}" dt="2025-12-16T14:08:24.400" v="319" actId="26606"/>
          <ac:spMkLst>
            <pc:docMk/>
            <pc:sldMk cId="3357829708" sldId="272"/>
            <ac:spMk id="2" creationId="{4EBA3506-9792-2073-3105-3DFA8FB510F3}"/>
          </ac:spMkLst>
        </pc:spChg>
        <pc:spChg chg="del mod">
          <ac:chgData name="Awais Asghar" userId="4e531a22-1881-423e-b958-a671f924ba4b" providerId="ADAL" clId="{25927A79-4907-45E8-8A6B-53EFD770209B}" dt="2025-12-16T14:08:24.400" v="319" actId="26606"/>
          <ac:spMkLst>
            <pc:docMk/>
            <pc:sldMk cId="3357829708" sldId="272"/>
            <ac:spMk id="3" creationId="{FC0E131C-1842-9489-245B-84320FEFE73D}"/>
          </ac:spMkLst>
        </pc:spChg>
        <pc:spChg chg="add">
          <ac:chgData name="Awais Asghar" userId="4e531a22-1881-423e-b958-a671f924ba4b" providerId="ADAL" clId="{25927A79-4907-45E8-8A6B-53EFD770209B}" dt="2025-12-16T14:08:24.400" v="319" actId="26606"/>
          <ac:spMkLst>
            <pc:docMk/>
            <pc:sldMk cId="3357829708" sldId="272"/>
            <ac:spMk id="9" creationId="{55A04F75-79E1-42E2-94A3-5B432E019BEB}"/>
          </ac:spMkLst>
        </pc:spChg>
        <pc:spChg chg="add">
          <ac:chgData name="Awais Asghar" userId="4e531a22-1881-423e-b958-a671f924ba4b" providerId="ADAL" clId="{25927A79-4907-45E8-8A6B-53EFD770209B}" dt="2025-12-16T14:08:24.400" v="319" actId="26606"/>
          <ac:spMkLst>
            <pc:docMk/>
            <pc:sldMk cId="3357829708" sldId="272"/>
            <ac:spMk id="11" creationId="{6B6E033A-DB2E-49B8-B600-B38E0C280263}"/>
          </ac:spMkLst>
        </pc:spChg>
        <pc:graphicFrameChg chg="add mod">
          <ac:chgData name="Awais Asghar" userId="4e531a22-1881-423e-b958-a671f924ba4b" providerId="ADAL" clId="{25927A79-4907-45E8-8A6B-53EFD770209B}" dt="2025-12-16T14:08:53.453" v="320" actId="12100"/>
          <ac:graphicFrameMkLst>
            <pc:docMk/>
            <pc:sldMk cId="3357829708" sldId="272"/>
            <ac:graphicFrameMk id="5" creationId="{C0B37A49-8850-8A1E-7B81-195041D54943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10:00.884" v="330" actId="1076"/>
        <pc:sldMkLst>
          <pc:docMk/>
          <pc:sldMk cId="3926086610" sldId="273"/>
        </pc:sldMkLst>
        <pc:spChg chg="mod">
          <ac:chgData name="Awais Asghar" userId="4e531a22-1881-423e-b958-a671f924ba4b" providerId="ADAL" clId="{25927A79-4907-45E8-8A6B-53EFD770209B}" dt="2025-12-16T14:09:48.787" v="329" actId="26606"/>
          <ac:spMkLst>
            <pc:docMk/>
            <pc:sldMk cId="3926086610" sldId="273"/>
            <ac:spMk id="2" creationId="{B8CDB084-A2AE-2857-26AC-82E16810026D}"/>
          </ac:spMkLst>
        </pc:spChg>
        <pc:spChg chg="del">
          <ac:chgData name="Awais Asghar" userId="4e531a22-1881-423e-b958-a671f924ba4b" providerId="ADAL" clId="{25927A79-4907-45E8-8A6B-53EFD770209B}" dt="2025-12-16T14:09:32.536" v="326" actId="478"/>
          <ac:spMkLst>
            <pc:docMk/>
            <pc:sldMk cId="3926086610" sldId="273"/>
            <ac:spMk id="3" creationId="{30CF5B16-4D06-044B-F6F0-23EFD1932D34}"/>
          </ac:spMkLst>
        </pc:spChg>
        <pc:spChg chg="add del">
          <ac:chgData name="Awais Asghar" userId="4e531a22-1881-423e-b958-a671f924ba4b" providerId="ADAL" clId="{25927A79-4907-45E8-8A6B-53EFD770209B}" dt="2025-12-16T14:09:11.033" v="323" actId="22"/>
          <ac:spMkLst>
            <pc:docMk/>
            <pc:sldMk cId="3926086610" sldId="273"/>
            <ac:spMk id="5" creationId="{843393AC-6981-8821-8E82-A47B9FF16A9D}"/>
          </ac:spMkLst>
        </pc:spChg>
        <pc:spChg chg="add">
          <ac:chgData name="Awais Asghar" userId="4e531a22-1881-423e-b958-a671f924ba4b" providerId="ADAL" clId="{25927A79-4907-45E8-8A6B-53EFD770209B}" dt="2025-12-16T14:09:48.787" v="329" actId="26606"/>
          <ac:spMkLst>
            <pc:docMk/>
            <pc:sldMk cId="3926086610" sldId="273"/>
            <ac:spMk id="11" creationId="{388F20F8-60BF-42FE-A252-DFD5A74451CA}"/>
          </ac:spMkLst>
        </pc:spChg>
        <pc:spChg chg="add">
          <ac:chgData name="Awais Asghar" userId="4e531a22-1881-423e-b958-a671f924ba4b" providerId="ADAL" clId="{25927A79-4907-45E8-8A6B-53EFD770209B}" dt="2025-12-16T14:09:48.787" v="329" actId="26606"/>
          <ac:spMkLst>
            <pc:docMk/>
            <pc:sldMk cId="3926086610" sldId="273"/>
            <ac:spMk id="13" creationId="{98A68847-134F-4AF1-B1C6-332344C9C90D}"/>
          </ac:spMkLst>
        </pc:spChg>
        <pc:graphicFrameChg chg="add mod modGraphic">
          <ac:chgData name="Awais Asghar" userId="4e531a22-1881-423e-b958-a671f924ba4b" providerId="ADAL" clId="{25927A79-4907-45E8-8A6B-53EFD770209B}" dt="2025-12-16T14:10:00.884" v="330" actId="1076"/>
          <ac:graphicFrameMkLst>
            <pc:docMk/>
            <pc:sldMk cId="3926086610" sldId="273"/>
            <ac:graphicFrameMk id="6" creationId="{D10F8D83-6517-15FB-BCE0-C9D67D968F17}"/>
          </ac:graphicFrameMkLst>
        </pc:graphicFrameChg>
      </pc:sldChg>
      <pc:sldChg chg="addSp delSp modSp new mod">
        <pc:chgData name="Awais Asghar" userId="4e531a22-1881-423e-b958-a671f924ba4b" providerId="ADAL" clId="{25927A79-4907-45E8-8A6B-53EFD770209B}" dt="2025-12-16T14:10:40.771" v="337" actId="1076"/>
        <pc:sldMkLst>
          <pc:docMk/>
          <pc:sldMk cId="4116623760" sldId="274"/>
        </pc:sldMkLst>
        <pc:spChg chg="mod">
          <ac:chgData name="Awais Asghar" userId="4e531a22-1881-423e-b958-a671f924ba4b" providerId="ADAL" clId="{25927A79-4907-45E8-8A6B-53EFD770209B}" dt="2025-12-16T14:10:15.041" v="334"/>
          <ac:spMkLst>
            <pc:docMk/>
            <pc:sldMk cId="4116623760" sldId="274"/>
            <ac:spMk id="2" creationId="{3678DD44-5269-7495-CDB3-BE5F9BD65B0D}"/>
          </ac:spMkLst>
        </pc:spChg>
        <pc:spChg chg="del">
          <ac:chgData name="Awais Asghar" userId="4e531a22-1881-423e-b958-a671f924ba4b" providerId="ADAL" clId="{25927A79-4907-45E8-8A6B-53EFD770209B}" dt="2025-12-16T14:10:08.347" v="332" actId="478"/>
          <ac:spMkLst>
            <pc:docMk/>
            <pc:sldMk cId="4116623760" sldId="274"/>
            <ac:spMk id="3" creationId="{32DE6114-D6CC-13EF-7136-6DF43F7A4CC7}"/>
          </ac:spMkLst>
        </pc:spChg>
        <pc:graphicFrameChg chg="add mod">
          <ac:chgData name="Awais Asghar" userId="4e531a22-1881-423e-b958-a671f924ba4b" providerId="ADAL" clId="{25927A79-4907-45E8-8A6B-53EFD770209B}" dt="2025-12-16T14:10:40.771" v="337" actId="1076"/>
          <ac:graphicFrameMkLst>
            <pc:docMk/>
            <pc:sldMk cId="4116623760" sldId="274"/>
            <ac:graphicFrameMk id="4" creationId="{76102C92-18FA-7CB6-F26E-584AB37B7D2E}"/>
          </ac:graphicFrameMkLst>
        </pc:graphicFrameChg>
      </pc:sldChg>
      <pc:sldChg chg="addSp delSp modSp new mod">
        <pc:chgData name="Awais Asghar" userId="4e531a22-1881-423e-b958-a671f924ba4b" providerId="ADAL" clId="{25927A79-4907-45E8-8A6B-53EFD770209B}" dt="2025-12-16T14:11:07.635" v="345" actId="12100"/>
        <pc:sldMkLst>
          <pc:docMk/>
          <pc:sldMk cId="2427619214" sldId="275"/>
        </pc:sldMkLst>
        <pc:spChg chg="mod">
          <ac:chgData name="Awais Asghar" userId="4e531a22-1881-423e-b958-a671f924ba4b" providerId="ADAL" clId="{25927A79-4907-45E8-8A6B-53EFD770209B}" dt="2025-12-16T14:10:54.149" v="342"/>
          <ac:spMkLst>
            <pc:docMk/>
            <pc:sldMk cId="2427619214" sldId="275"/>
            <ac:spMk id="2" creationId="{48377A91-3AB4-EA0B-DC14-8FC7A90C51A5}"/>
          </ac:spMkLst>
        </pc:spChg>
        <pc:spChg chg="del">
          <ac:chgData name="Awais Asghar" userId="4e531a22-1881-423e-b958-a671f924ba4b" providerId="ADAL" clId="{25927A79-4907-45E8-8A6B-53EFD770209B}" dt="2025-12-16T14:10:48.595" v="340" actId="478"/>
          <ac:spMkLst>
            <pc:docMk/>
            <pc:sldMk cId="2427619214" sldId="275"/>
            <ac:spMk id="3" creationId="{DC1A188C-896D-441A-95EA-EAE9E6E423FE}"/>
          </ac:spMkLst>
        </pc:spChg>
        <pc:graphicFrameChg chg="add mod">
          <ac:chgData name="Awais Asghar" userId="4e531a22-1881-423e-b958-a671f924ba4b" providerId="ADAL" clId="{25927A79-4907-45E8-8A6B-53EFD770209B}" dt="2025-12-16T14:11:07.635" v="345" actId="12100"/>
          <ac:graphicFrameMkLst>
            <pc:docMk/>
            <pc:sldMk cId="2427619214" sldId="275"/>
            <ac:graphicFrameMk id="4" creationId="{E1B51619-4F82-B285-4AFA-51127E311333}"/>
          </ac:graphicFrameMkLst>
        </pc:graphicFrameChg>
      </pc:sldChg>
      <pc:sldChg chg="addSp delSp modSp new mod">
        <pc:chgData name="Awais Asghar" userId="4e531a22-1881-423e-b958-a671f924ba4b" providerId="ADAL" clId="{25927A79-4907-45E8-8A6B-53EFD770209B}" dt="2025-12-16T14:22:37.791" v="424" actId="255"/>
        <pc:sldMkLst>
          <pc:docMk/>
          <pc:sldMk cId="1027923772" sldId="276"/>
        </pc:sldMkLst>
        <pc:spChg chg="mod">
          <ac:chgData name="Awais Asghar" userId="4e531a22-1881-423e-b958-a671f924ba4b" providerId="ADAL" clId="{25927A79-4907-45E8-8A6B-53EFD770209B}" dt="2025-12-16T14:11:32.721" v="354" actId="113"/>
          <ac:spMkLst>
            <pc:docMk/>
            <pc:sldMk cId="1027923772" sldId="276"/>
            <ac:spMk id="2" creationId="{83A45D36-0E59-27E3-9EC7-D24C0DE6F3F6}"/>
          </ac:spMkLst>
        </pc:spChg>
        <pc:spChg chg="del mod">
          <ac:chgData name="Awais Asghar" userId="4e531a22-1881-423e-b958-a671f924ba4b" providerId="ADAL" clId="{25927A79-4907-45E8-8A6B-53EFD770209B}" dt="2025-12-16T14:11:58.520" v="360" actId="26606"/>
          <ac:spMkLst>
            <pc:docMk/>
            <pc:sldMk cId="1027923772" sldId="276"/>
            <ac:spMk id="3" creationId="{4623707B-59E8-41B3-6615-B1B17B2A0797}"/>
          </ac:spMkLst>
        </pc:spChg>
        <pc:graphicFrameChg chg="add mod">
          <ac:chgData name="Awais Asghar" userId="4e531a22-1881-423e-b958-a671f924ba4b" providerId="ADAL" clId="{25927A79-4907-45E8-8A6B-53EFD770209B}" dt="2025-12-16T14:22:37.791" v="424" actId="255"/>
          <ac:graphicFrameMkLst>
            <pc:docMk/>
            <pc:sldMk cId="1027923772" sldId="276"/>
            <ac:graphicFrameMk id="5" creationId="{C05787C5-D58D-B79C-E892-5DB869B225FB}"/>
          </ac:graphicFrameMkLst>
        </pc:graphicFrameChg>
      </pc:sldChg>
      <pc:sldChg chg="addSp delSp modSp new mod setBg">
        <pc:chgData name="Awais Asghar" userId="4e531a22-1881-423e-b958-a671f924ba4b" providerId="ADAL" clId="{25927A79-4907-45E8-8A6B-53EFD770209B}" dt="2025-12-16T14:13:13.949" v="378" actId="26606"/>
        <pc:sldMkLst>
          <pc:docMk/>
          <pc:sldMk cId="2376894213" sldId="277"/>
        </pc:sldMkLst>
        <pc:spChg chg="mod">
          <ac:chgData name="Awais Asghar" userId="4e531a22-1881-423e-b958-a671f924ba4b" providerId="ADAL" clId="{25927A79-4907-45E8-8A6B-53EFD770209B}" dt="2025-12-16T14:13:13.922" v="377" actId="26606"/>
          <ac:spMkLst>
            <pc:docMk/>
            <pc:sldMk cId="2376894213" sldId="277"/>
            <ac:spMk id="2" creationId="{A92D026C-390C-0088-373E-299DEC4D388F}"/>
          </ac:spMkLst>
        </pc:spChg>
        <pc:spChg chg="del mod">
          <ac:chgData name="Awais Asghar" userId="4e531a22-1881-423e-b958-a671f924ba4b" providerId="ADAL" clId="{25927A79-4907-45E8-8A6B-53EFD770209B}" dt="2025-12-16T14:13:13.949" v="378" actId="26606"/>
          <ac:spMkLst>
            <pc:docMk/>
            <pc:sldMk cId="2376894213" sldId="277"/>
            <ac:spMk id="3" creationId="{D5F22034-659C-C895-D868-1E19EC73BF26}"/>
          </ac:spMkLst>
        </pc:spChg>
        <pc:spChg chg="add del">
          <ac:chgData name="Awais Asghar" userId="4e531a22-1881-423e-b958-a671f924ba4b" providerId="ADAL" clId="{25927A79-4907-45E8-8A6B-53EFD770209B}" dt="2025-12-16T14:13:13.922" v="377" actId="26606"/>
          <ac:spMkLst>
            <pc:docMk/>
            <pc:sldMk cId="2376894213" sldId="277"/>
            <ac:spMk id="10" creationId="{0E3596DD-156A-473E-9BB3-C6A29F7574E9}"/>
          </ac:spMkLst>
        </pc:spChg>
        <pc:spChg chg="add del">
          <ac:chgData name="Awais Asghar" userId="4e531a22-1881-423e-b958-a671f924ba4b" providerId="ADAL" clId="{25927A79-4907-45E8-8A6B-53EFD770209B}" dt="2025-12-16T14:13:13.922" v="377" actId="26606"/>
          <ac:spMkLst>
            <pc:docMk/>
            <pc:sldMk cId="2376894213" sldId="277"/>
            <ac:spMk id="12" creationId="{2C46C4D6-C474-4E92-B52E-944C1118F7B6}"/>
          </ac:spMkLst>
        </pc:spChg>
        <pc:graphicFrameChg chg="add">
          <ac:chgData name="Awais Asghar" userId="4e531a22-1881-423e-b958-a671f924ba4b" providerId="ADAL" clId="{25927A79-4907-45E8-8A6B-53EFD770209B}" dt="2025-12-16T14:13:13.949" v="378" actId="26606"/>
          <ac:graphicFrameMkLst>
            <pc:docMk/>
            <pc:sldMk cId="2376894213" sldId="277"/>
            <ac:graphicFrameMk id="5" creationId="{9B04A38D-BB52-49BE-196F-CE1244D99591}"/>
          </ac:graphicFrameMkLst>
        </pc:graphicFrameChg>
        <pc:picChg chg="add del">
          <ac:chgData name="Awais Asghar" userId="4e531a22-1881-423e-b958-a671f924ba4b" providerId="ADAL" clId="{25927A79-4907-45E8-8A6B-53EFD770209B}" dt="2025-12-16T14:13:13.922" v="377" actId="26606"/>
          <ac:picMkLst>
            <pc:docMk/>
            <pc:sldMk cId="2376894213" sldId="277"/>
            <ac:picMk id="7" creationId="{E006C3B8-47CE-8551-EC53-2FBD42CD956C}"/>
          </ac:picMkLst>
        </pc:picChg>
      </pc:sldChg>
      <pc:sldChg chg="addSp delSp modSp new del mod">
        <pc:chgData name="Awais Asghar" userId="4e531a22-1881-423e-b958-a671f924ba4b" providerId="ADAL" clId="{25927A79-4907-45E8-8A6B-53EFD770209B}" dt="2025-12-16T14:14:57.734" v="383" actId="47"/>
        <pc:sldMkLst>
          <pc:docMk/>
          <pc:sldMk cId="3766120587" sldId="278"/>
        </pc:sldMkLst>
        <pc:spChg chg="del">
          <ac:chgData name="Awais Asghar" userId="4e531a22-1881-423e-b958-a671f924ba4b" providerId="ADAL" clId="{25927A79-4907-45E8-8A6B-53EFD770209B}" dt="2025-12-16T14:14:53.704" v="381"/>
          <ac:spMkLst>
            <pc:docMk/>
            <pc:sldMk cId="3766120587" sldId="278"/>
            <ac:spMk id="3" creationId="{4624CFD1-A59E-A6D7-A37E-7107B51686F7}"/>
          </ac:spMkLst>
        </pc:spChg>
        <pc:spChg chg="add mod">
          <ac:chgData name="Awais Asghar" userId="4e531a22-1881-423e-b958-a671f924ba4b" providerId="ADAL" clId="{25927A79-4907-45E8-8A6B-53EFD770209B}" dt="2025-12-16T14:14:55.401" v="382" actId="478"/>
          <ac:spMkLst>
            <pc:docMk/>
            <pc:sldMk cId="3766120587" sldId="278"/>
            <ac:spMk id="7" creationId="{AC7B0287-D1EE-2605-5F00-41B66FB557D9}"/>
          </ac:spMkLst>
        </pc:spChg>
        <pc:picChg chg="add del mod">
          <ac:chgData name="Awais Asghar" userId="4e531a22-1881-423e-b958-a671f924ba4b" providerId="ADAL" clId="{25927A79-4907-45E8-8A6B-53EFD770209B}" dt="2025-12-16T14:14:55.401" v="382" actId="478"/>
          <ac:picMkLst>
            <pc:docMk/>
            <pc:sldMk cId="3766120587" sldId="278"/>
            <ac:picMk id="5" creationId="{70485675-D90C-B9BA-577E-620F8AAF8022}"/>
          </ac:picMkLst>
        </pc:picChg>
      </pc:sldChg>
      <pc:sldMasterChg chg="del delSldLayout">
        <pc:chgData name="Awais Asghar" userId="4e531a22-1881-423e-b958-a671f924ba4b" providerId="ADAL" clId="{25927A79-4907-45E8-8A6B-53EFD770209B}" dt="2025-12-16T13:36:25.757" v="28" actId="26606"/>
        <pc:sldMasterMkLst>
          <pc:docMk/>
          <pc:sldMasterMk cId="3326063469" sldId="2147483648"/>
        </pc:sldMasterMkLst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371952360" sldId="2147483649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975611150" sldId="2147483650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653389726" sldId="2147483651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3806436492" sldId="2147483652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3358189042" sldId="2147483653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2296488155" sldId="2147483654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3203416533" sldId="2147483655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2081419476" sldId="2147483656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3689888485" sldId="2147483657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2866925100" sldId="2147483658"/>
          </pc:sldLayoutMkLst>
        </pc:sldLayoutChg>
        <pc:sldLayoutChg chg="del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3326063469" sldId="2147483648"/>
            <pc:sldLayoutMk cId="2825803394" sldId="2147483659"/>
          </pc:sldLayoutMkLst>
        </pc:sldLayoutChg>
      </pc:sldMasterChg>
      <pc:sldMasterChg chg="add addSldLayout">
        <pc:chgData name="Awais Asghar" userId="4e531a22-1881-423e-b958-a671f924ba4b" providerId="ADAL" clId="{25927A79-4907-45E8-8A6B-53EFD770209B}" dt="2025-12-16T13:36:25.757" v="28" actId="26606"/>
        <pc:sldMasterMkLst>
          <pc:docMk/>
          <pc:sldMasterMk cId="2260560855" sldId="2147483713"/>
        </pc:sldMasterMkLst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2263757192" sldId="2147483701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2902928832" sldId="2147483702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2664679690" sldId="2147483703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266364854" sldId="2147483704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945379991" sldId="2147483705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1299559841" sldId="2147483706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923662076" sldId="2147483707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984268616" sldId="2147483708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988159728" sldId="2147483709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3349546877" sldId="2147483710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111423856" sldId="2147483711"/>
          </pc:sldLayoutMkLst>
        </pc:sldLayoutChg>
        <pc:sldLayoutChg chg="add">
          <pc:chgData name="Awais Asghar" userId="4e531a22-1881-423e-b958-a671f924ba4b" providerId="ADAL" clId="{25927A79-4907-45E8-8A6B-53EFD770209B}" dt="2025-12-16T13:36:25.757" v="28" actId="26606"/>
          <pc:sldLayoutMkLst>
            <pc:docMk/>
            <pc:sldMasterMk cId="2260560855" sldId="2147483713"/>
            <pc:sldLayoutMk cId="2140042770" sldId="214748371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FA2615-D74E-403E-A810-44DC480042BB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3D1AC54-9959-4AB9-A121-2F9210176B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Rapid growth of online movie platforms</a:t>
          </a:r>
        </a:p>
      </dgm:t>
    </dgm:pt>
    <dgm:pt modelId="{B7EF7962-72C9-4069-BC59-82D6F27634C8}" type="parTrans" cxnId="{C245D029-8B08-4FCF-868A-8805A63F1DF9}">
      <dgm:prSet/>
      <dgm:spPr/>
      <dgm:t>
        <a:bodyPr/>
        <a:lstStyle/>
        <a:p>
          <a:endParaRPr lang="en-US"/>
        </a:p>
      </dgm:t>
    </dgm:pt>
    <dgm:pt modelId="{EC5F3F6A-424F-4B0B-9BA5-23A1B4FCFB0E}" type="sibTrans" cxnId="{C245D029-8B08-4FCF-868A-8805A63F1DF9}">
      <dgm:prSet/>
      <dgm:spPr/>
      <dgm:t>
        <a:bodyPr/>
        <a:lstStyle/>
        <a:p>
          <a:endParaRPr lang="en-US"/>
        </a:p>
      </dgm:t>
    </dgm:pt>
    <dgm:pt modelId="{AAFEF75E-3EDC-42C2-9539-9A0A7A75C3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Large movie catalogs create choice overload</a:t>
          </a:r>
        </a:p>
      </dgm:t>
    </dgm:pt>
    <dgm:pt modelId="{BB6A965A-9F36-4A09-8EA4-1F57F6673246}" type="parTrans" cxnId="{36CF619A-839C-4956-8E50-C19947E4A087}">
      <dgm:prSet/>
      <dgm:spPr/>
      <dgm:t>
        <a:bodyPr/>
        <a:lstStyle/>
        <a:p>
          <a:endParaRPr lang="en-US"/>
        </a:p>
      </dgm:t>
    </dgm:pt>
    <dgm:pt modelId="{78BAFBC3-B401-4892-9CC3-EA8135986788}" type="sibTrans" cxnId="{36CF619A-839C-4956-8E50-C19947E4A087}">
      <dgm:prSet/>
      <dgm:spPr/>
      <dgm:t>
        <a:bodyPr/>
        <a:lstStyle/>
        <a:p>
          <a:endParaRPr lang="en-US"/>
        </a:p>
      </dgm:t>
    </dgm:pt>
    <dgm:pt modelId="{4ACC3EA6-FE75-45CD-A8CB-809EFBC204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Recommender systems help users find relevant content</a:t>
          </a:r>
        </a:p>
      </dgm:t>
    </dgm:pt>
    <dgm:pt modelId="{3E0B9A57-1756-484B-B3BB-AB135DF8BF7D}" type="parTrans" cxnId="{70BE40BD-5B7F-475D-B4F9-01B21AAEDA49}">
      <dgm:prSet/>
      <dgm:spPr/>
      <dgm:t>
        <a:bodyPr/>
        <a:lstStyle/>
        <a:p>
          <a:endParaRPr lang="en-US"/>
        </a:p>
      </dgm:t>
    </dgm:pt>
    <dgm:pt modelId="{C06CD6E5-6933-4A96-A176-3498BED2CB58}" type="sibTrans" cxnId="{70BE40BD-5B7F-475D-B4F9-01B21AAEDA49}">
      <dgm:prSet/>
      <dgm:spPr/>
      <dgm:t>
        <a:bodyPr/>
        <a:lstStyle/>
        <a:p>
          <a:endParaRPr lang="en-US"/>
        </a:p>
      </dgm:t>
    </dgm:pt>
    <dgm:pt modelId="{9E055524-D26F-457A-A63D-F5707A6D7C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 enables personalized recommendations</a:t>
          </a:r>
        </a:p>
      </dgm:t>
    </dgm:pt>
    <dgm:pt modelId="{5DF3C632-CD8F-4C30-B47B-45D75BC75A0B}" type="parTrans" cxnId="{A109C551-E194-4603-A450-080B1837364F}">
      <dgm:prSet/>
      <dgm:spPr/>
      <dgm:t>
        <a:bodyPr/>
        <a:lstStyle/>
        <a:p>
          <a:endParaRPr lang="en-US"/>
        </a:p>
      </dgm:t>
    </dgm:pt>
    <dgm:pt modelId="{D1C49B53-26B3-42D9-850E-2CCD6B9C4DCE}" type="sibTrans" cxnId="{A109C551-E194-4603-A450-080B1837364F}">
      <dgm:prSet/>
      <dgm:spPr/>
      <dgm:t>
        <a:bodyPr/>
        <a:lstStyle/>
        <a:p>
          <a:endParaRPr lang="en-US"/>
        </a:p>
      </dgm:t>
    </dgm:pt>
    <dgm:pt modelId="{3A015939-8F68-4014-AC23-BE7DFD7AC5B5}" type="pres">
      <dgm:prSet presAssocID="{EEFA2615-D74E-403E-A810-44DC480042BB}" presName="root" presStyleCnt="0">
        <dgm:presLayoutVars>
          <dgm:dir/>
          <dgm:resizeHandles val="exact"/>
        </dgm:presLayoutVars>
      </dgm:prSet>
      <dgm:spPr/>
    </dgm:pt>
    <dgm:pt modelId="{38C48C85-C8D1-4622-A488-A331B9C24238}" type="pres">
      <dgm:prSet presAssocID="{83D1AC54-9959-4AB9-A121-2F9210176BF5}" presName="compNode" presStyleCnt="0"/>
      <dgm:spPr/>
    </dgm:pt>
    <dgm:pt modelId="{9608F4FC-55DF-4CBA-B805-10F5A9303AC4}" type="pres">
      <dgm:prSet presAssocID="{83D1AC54-9959-4AB9-A121-2F9210176BF5}" presName="bgRect" presStyleLbl="bgShp" presStyleIdx="0" presStyleCnt="4"/>
      <dgm:spPr/>
    </dgm:pt>
    <dgm:pt modelId="{9BFEBA64-5C20-4242-B123-1298A0109D8E}" type="pres">
      <dgm:prSet presAssocID="{83D1AC54-9959-4AB9-A121-2F9210176B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A8B264EA-F415-4622-8AD8-2B87196CB4FB}" type="pres">
      <dgm:prSet presAssocID="{83D1AC54-9959-4AB9-A121-2F9210176BF5}" presName="spaceRect" presStyleCnt="0"/>
      <dgm:spPr/>
    </dgm:pt>
    <dgm:pt modelId="{2BC051D5-A3AC-4324-8F37-EF903ED78790}" type="pres">
      <dgm:prSet presAssocID="{83D1AC54-9959-4AB9-A121-2F9210176BF5}" presName="parTx" presStyleLbl="revTx" presStyleIdx="0" presStyleCnt="4">
        <dgm:presLayoutVars>
          <dgm:chMax val="0"/>
          <dgm:chPref val="0"/>
        </dgm:presLayoutVars>
      </dgm:prSet>
      <dgm:spPr/>
    </dgm:pt>
    <dgm:pt modelId="{3DD8D3F9-2323-4BED-B023-25FB48E242D5}" type="pres">
      <dgm:prSet presAssocID="{EC5F3F6A-424F-4B0B-9BA5-23A1B4FCFB0E}" presName="sibTrans" presStyleCnt="0"/>
      <dgm:spPr/>
    </dgm:pt>
    <dgm:pt modelId="{E09D0092-CCC8-4347-BF52-02BFBFC016DB}" type="pres">
      <dgm:prSet presAssocID="{AAFEF75E-3EDC-42C2-9539-9A0A7A75C362}" presName="compNode" presStyleCnt="0"/>
      <dgm:spPr/>
    </dgm:pt>
    <dgm:pt modelId="{8738CBBC-4E15-4E35-A4F7-EE0C648B7AB8}" type="pres">
      <dgm:prSet presAssocID="{AAFEF75E-3EDC-42C2-9539-9A0A7A75C362}" presName="bgRect" presStyleLbl="bgShp" presStyleIdx="1" presStyleCnt="4"/>
      <dgm:spPr/>
    </dgm:pt>
    <dgm:pt modelId="{36347A21-D4A1-4532-B18B-7858C4CB3EC5}" type="pres">
      <dgm:prSet presAssocID="{AAFEF75E-3EDC-42C2-9539-9A0A7A75C3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5AAFE918-47B4-4342-9F87-02F6B3366EF1}" type="pres">
      <dgm:prSet presAssocID="{AAFEF75E-3EDC-42C2-9539-9A0A7A75C362}" presName="spaceRect" presStyleCnt="0"/>
      <dgm:spPr/>
    </dgm:pt>
    <dgm:pt modelId="{D6BA4E1C-6582-466C-9FE4-66564E5902C4}" type="pres">
      <dgm:prSet presAssocID="{AAFEF75E-3EDC-42C2-9539-9A0A7A75C362}" presName="parTx" presStyleLbl="revTx" presStyleIdx="1" presStyleCnt="4">
        <dgm:presLayoutVars>
          <dgm:chMax val="0"/>
          <dgm:chPref val="0"/>
        </dgm:presLayoutVars>
      </dgm:prSet>
      <dgm:spPr/>
    </dgm:pt>
    <dgm:pt modelId="{49A80255-4120-4F6B-B32E-BACC341FED09}" type="pres">
      <dgm:prSet presAssocID="{78BAFBC3-B401-4892-9CC3-EA8135986788}" presName="sibTrans" presStyleCnt="0"/>
      <dgm:spPr/>
    </dgm:pt>
    <dgm:pt modelId="{BAE9EE9E-009D-4824-A58C-43A6129422BB}" type="pres">
      <dgm:prSet presAssocID="{4ACC3EA6-FE75-45CD-A8CB-809EFBC204FF}" presName="compNode" presStyleCnt="0"/>
      <dgm:spPr/>
    </dgm:pt>
    <dgm:pt modelId="{148EBB94-1A9C-4DDD-A209-8D0DD4DA0D5A}" type="pres">
      <dgm:prSet presAssocID="{4ACC3EA6-FE75-45CD-A8CB-809EFBC204FF}" presName="bgRect" presStyleLbl="bgShp" presStyleIdx="2" presStyleCnt="4"/>
      <dgm:spPr/>
    </dgm:pt>
    <dgm:pt modelId="{2883B642-D099-45B9-8927-5BF14F771DBD}" type="pres">
      <dgm:prSet presAssocID="{4ACC3EA6-FE75-45CD-A8CB-809EFBC204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CED198A-36E4-4340-940B-004A8D3D6E45}" type="pres">
      <dgm:prSet presAssocID="{4ACC3EA6-FE75-45CD-A8CB-809EFBC204FF}" presName="spaceRect" presStyleCnt="0"/>
      <dgm:spPr/>
    </dgm:pt>
    <dgm:pt modelId="{73428E12-32C9-4799-97E3-E28D3023B36A}" type="pres">
      <dgm:prSet presAssocID="{4ACC3EA6-FE75-45CD-A8CB-809EFBC204FF}" presName="parTx" presStyleLbl="revTx" presStyleIdx="2" presStyleCnt="4">
        <dgm:presLayoutVars>
          <dgm:chMax val="0"/>
          <dgm:chPref val="0"/>
        </dgm:presLayoutVars>
      </dgm:prSet>
      <dgm:spPr/>
    </dgm:pt>
    <dgm:pt modelId="{322C5891-44C2-4BC8-9DAB-6B22D294DCBE}" type="pres">
      <dgm:prSet presAssocID="{C06CD6E5-6933-4A96-A176-3498BED2CB58}" presName="sibTrans" presStyleCnt="0"/>
      <dgm:spPr/>
    </dgm:pt>
    <dgm:pt modelId="{8DB59AEF-52F1-4A85-BFB0-1C1BBA161E47}" type="pres">
      <dgm:prSet presAssocID="{9E055524-D26F-457A-A63D-F5707A6D7C04}" presName="compNode" presStyleCnt="0"/>
      <dgm:spPr/>
    </dgm:pt>
    <dgm:pt modelId="{4BDB1534-057E-4041-BEEC-F7DE33DA1E30}" type="pres">
      <dgm:prSet presAssocID="{9E055524-D26F-457A-A63D-F5707A6D7C04}" presName="bgRect" presStyleLbl="bgShp" presStyleIdx="3" presStyleCnt="4"/>
      <dgm:spPr/>
    </dgm:pt>
    <dgm:pt modelId="{1FA18B29-560F-46B4-99AD-364958118978}" type="pres">
      <dgm:prSet presAssocID="{9E055524-D26F-457A-A63D-F5707A6D7C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0BC2352-FE6A-4321-8F18-D627A24384B3}" type="pres">
      <dgm:prSet presAssocID="{9E055524-D26F-457A-A63D-F5707A6D7C04}" presName="spaceRect" presStyleCnt="0"/>
      <dgm:spPr/>
    </dgm:pt>
    <dgm:pt modelId="{5AEC682F-B3AC-432E-B869-FB88536B614A}" type="pres">
      <dgm:prSet presAssocID="{9E055524-D26F-457A-A63D-F5707A6D7C0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C78D21-43FD-4A8E-A49C-24F2200A324F}" type="presOf" srcId="{9E055524-D26F-457A-A63D-F5707A6D7C04}" destId="{5AEC682F-B3AC-432E-B869-FB88536B614A}" srcOrd="0" destOrd="0" presId="urn:microsoft.com/office/officeart/2018/2/layout/IconVerticalSolidList"/>
    <dgm:cxn modelId="{015A1028-7A1F-49D6-B820-5869F18E84D2}" type="presOf" srcId="{83D1AC54-9959-4AB9-A121-2F9210176BF5}" destId="{2BC051D5-A3AC-4324-8F37-EF903ED78790}" srcOrd="0" destOrd="0" presId="urn:microsoft.com/office/officeart/2018/2/layout/IconVerticalSolidList"/>
    <dgm:cxn modelId="{C245D029-8B08-4FCF-868A-8805A63F1DF9}" srcId="{EEFA2615-D74E-403E-A810-44DC480042BB}" destId="{83D1AC54-9959-4AB9-A121-2F9210176BF5}" srcOrd="0" destOrd="0" parTransId="{B7EF7962-72C9-4069-BC59-82D6F27634C8}" sibTransId="{EC5F3F6A-424F-4B0B-9BA5-23A1B4FCFB0E}"/>
    <dgm:cxn modelId="{1208B242-E831-4E15-9495-D881B66F0728}" type="presOf" srcId="{EEFA2615-D74E-403E-A810-44DC480042BB}" destId="{3A015939-8F68-4014-AC23-BE7DFD7AC5B5}" srcOrd="0" destOrd="0" presId="urn:microsoft.com/office/officeart/2018/2/layout/IconVerticalSolidList"/>
    <dgm:cxn modelId="{F05CEC47-44E3-4F2F-B0F8-78251FA09712}" type="presOf" srcId="{4ACC3EA6-FE75-45CD-A8CB-809EFBC204FF}" destId="{73428E12-32C9-4799-97E3-E28D3023B36A}" srcOrd="0" destOrd="0" presId="urn:microsoft.com/office/officeart/2018/2/layout/IconVerticalSolidList"/>
    <dgm:cxn modelId="{A109C551-E194-4603-A450-080B1837364F}" srcId="{EEFA2615-D74E-403E-A810-44DC480042BB}" destId="{9E055524-D26F-457A-A63D-F5707A6D7C04}" srcOrd="3" destOrd="0" parTransId="{5DF3C632-CD8F-4C30-B47B-45D75BC75A0B}" sibTransId="{D1C49B53-26B3-42D9-850E-2CCD6B9C4DCE}"/>
    <dgm:cxn modelId="{36CF619A-839C-4956-8E50-C19947E4A087}" srcId="{EEFA2615-D74E-403E-A810-44DC480042BB}" destId="{AAFEF75E-3EDC-42C2-9539-9A0A7A75C362}" srcOrd="1" destOrd="0" parTransId="{BB6A965A-9F36-4A09-8EA4-1F57F6673246}" sibTransId="{78BAFBC3-B401-4892-9CC3-EA8135986788}"/>
    <dgm:cxn modelId="{70BE40BD-5B7F-475D-B4F9-01B21AAEDA49}" srcId="{EEFA2615-D74E-403E-A810-44DC480042BB}" destId="{4ACC3EA6-FE75-45CD-A8CB-809EFBC204FF}" srcOrd="2" destOrd="0" parTransId="{3E0B9A57-1756-484B-B3BB-AB135DF8BF7D}" sibTransId="{C06CD6E5-6933-4A96-A176-3498BED2CB58}"/>
    <dgm:cxn modelId="{FC5F95E1-CD0D-42A6-8A06-1D394E2944AC}" type="presOf" srcId="{AAFEF75E-3EDC-42C2-9539-9A0A7A75C362}" destId="{D6BA4E1C-6582-466C-9FE4-66564E5902C4}" srcOrd="0" destOrd="0" presId="urn:microsoft.com/office/officeart/2018/2/layout/IconVerticalSolidList"/>
    <dgm:cxn modelId="{71B85755-41D2-44CD-8567-BD982CEBE7A0}" type="presParOf" srcId="{3A015939-8F68-4014-AC23-BE7DFD7AC5B5}" destId="{38C48C85-C8D1-4622-A488-A331B9C24238}" srcOrd="0" destOrd="0" presId="urn:microsoft.com/office/officeart/2018/2/layout/IconVerticalSolidList"/>
    <dgm:cxn modelId="{98DF99D2-95BC-472E-9ED0-3A386FEDFB99}" type="presParOf" srcId="{38C48C85-C8D1-4622-A488-A331B9C24238}" destId="{9608F4FC-55DF-4CBA-B805-10F5A9303AC4}" srcOrd="0" destOrd="0" presId="urn:microsoft.com/office/officeart/2018/2/layout/IconVerticalSolidList"/>
    <dgm:cxn modelId="{D9BCFBCF-A1E1-49BE-93D7-38957BF967C5}" type="presParOf" srcId="{38C48C85-C8D1-4622-A488-A331B9C24238}" destId="{9BFEBA64-5C20-4242-B123-1298A0109D8E}" srcOrd="1" destOrd="0" presId="urn:microsoft.com/office/officeart/2018/2/layout/IconVerticalSolidList"/>
    <dgm:cxn modelId="{6B7516CB-795E-4C38-9449-C7A62E8D2EC7}" type="presParOf" srcId="{38C48C85-C8D1-4622-A488-A331B9C24238}" destId="{A8B264EA-F415-4622-8AD8-2B87196CB4FB}" srcOrd="2" destOrd="0" presId="urn:microsoft.com/office/officeart/2018/2/layout/IconVerticalSolidList"/>
    <dgm:cxn modelId="{EA46DFEE-6111-4A79-A287-DF8F465CCEA0}" type="presParOf" srcId="{38C48C85-C8D1-4622-A488-A331B9C24238}" destId="{2BC051D5-A3AC-4324-8F37-EF903ED78790}" srcOrd="3" destOrd="0" presId="urn:microsoft.com/office/officeart/2018/2/layout/IconVerticalSolidList"/>
    <dgm:cxn modelId="{D7D00BD8-3037-4980-8CD5-C43DF53BEF70}" type="presParOf" srcId="{3A015939-8F68-4014-AC23-BE7DFD7AC5B5}" destId="{3DD8D3F9-2323-4BED-B023-25FB48E242D5}" srcOrd="1" destOrd="0" presId="urn:microsoft.com/office/officeart/2018/2/layout/IconVerticalSolidList"/>
    <dgm:cxn modelId="{DC5B0641-4D8A-46AF-B461-8886C3352B73}" type="presParOf" srcId="{3A015939-8F68-4014-AC23-BE7DFD7AC5B5}" destId="{E09D0092-CCC8-4347-BF52-02BFBFC016DB}" srcOrd="2" destOrd="0" presId="urn:microsoft.com/office/officeart/2018/2/layout/IconVerticalSolidList"/>
    <dgm:cxn modelId="{58781D5A-A181-4983-9DAC-BCB242EB8BF2}" type="presParOf" srcId="{E09D0092-CCC8-4347-BF52-02BFBFC016DB}" destId="{8738CBBC-4E15-4E35-A4F7-EE0C648B7AB8}" srcOrd="0" destOrd="0" presId="urn:microsoft.com/office/officeart/2018/2/layout/IconVerticalSolidList"/>
    <dgm:cxn modelId="{F7DDFF43-A79D-44D2-8CB4-53D868C24500}" type="presParOf" srcId="{E09D0092-CCC8-4347-BF52-02BFBFC016DB}" destId="{36347A21-D4A1-4532-B18B-7858C4CB3EC5}" srcOrd="1" destOrd="0" presId="urn:microsoft.com/office/officeart/2018/2/layout/IconVerticalSolidList"/>
    <dgm:cxn modelId="{2ADA850D-39FE-45EE-A434-A83A21EADDC7}" type="presParOf" srcId="{E09D0092-CCC8-4347-BF52-02BFBFC016DB}" destId="{5AAFE918-47B4-4342-9F87-02F6B3366EF1}" srcOrd="2" destOrd="0" presId="urn:microsoft.com/office/officeart/2018/2/layout/IconVerticalSolidList"/>
    <dgm:cxn modelId="{11F824D7-FA12-46A8-9131-11A1841D204F}" type="presParOf" srcId="{E09D0092-CCC8-4347-BF52-02BFBFC016DB}" destId="{D6BA4E1C-6582-466C-9FE4-66564E5902C4}" srcOrd="3" destOrd="0" presId="urn:microsoft.com/office/officeart/2018/2/layout/IconVerticalSolidList"/>
    <dgm:cxn modelId="{25606FF7-599B-434B-8372-8397347CE0EA}" type="presParOf" srcId="{3A015939-8F68-4014-AC23-BE7DFD7AC5B5}" destId="{49A80255-4120-4F6B-B32E-BACC341FED09}" srcOrd="3" destOrd="0" presId="urn:microsoft.com/office/officeart/2018/2/layout/IconVerticalSolidList"/>
    <dgm:cxn modelId="{5B4C3D9D-956B-4AC4-946E-3538DF117FD5}" type="presParOf" srcId="{3A015939-8F68-4014-AC23-BE7DFD7AC5B5}" destId="{BAE9EE9E-009D-4824-A58C-43A6129422BB}" srcOrd="4" destOrd="0" presId="urn:microsoft.com/office/officeart/2018/2/layout/IconVerticalSolidList"/>
    <dgm:cxn modelId="{C3502E86-158E-4DC7-88EF-DC490F930267}" type="presParOf" srcId="{BAE9EE9E-009D-4824-A58C-43A6129422BB}" destId="{148EBB94-1A9C-4DDD-A209-8D0DD4DA0D5A}" srcOrd="0" destOrd="0" presId="urn:microsoft.com/office/officeart/2018/2/layout/IconVerticalSolidList"/>
    <dgm:cxn modelId="{68258075-247F-48D8-8057-63D23F17D396}" type="presParOf" srcId="{BAE9EE9E-009D-4824-A58C-43A6129422BB}" destId="{2883B642-D099-45B9-8927-5BF14F771DBD}" srcOrd="1" destOrd="0" presId="urn:microsoft.com/office/officeart/2018/2/layout/IconVerticalSolidList"/>
    <dgm:cxn modelId="{DFF930AF-1561-4231-B86C-E0C524794F9B}" type="presParOf" srcId="{BAE9EE9E-009D-4824-A58C-43A6129422BB}" destId="{0CED198A-36E4-4340-940B-004A8D3D6E45}" srcOrd="2" destOrd="0" presId="urn:microsoft.com/office/officeart/2018/2/layout/IconVerticalSolidList"/>
    <dgm:cxn modelId="{A3922254-D185-44E5-A04D-2D72DE680E61}" type="presParOf" srcId="{BAE9EE9E-009D-4824-A58C-43A6129422BB}" destId="{73428E12-32C9-4799-97E3-E28D3023B36A}" srcOrd="3" destOrd="0" presId="urn:microsoft.com/office/officeart/2018/2/layout/IconVerticalSolidList"/>
    <dgm:cxn modelId="{4A621490-9989-4FCE-A66F-68482523DC9F}" type="presParOf" srcId="{3A015939-8F68-4014-AC23-BE7DFD7AC5B5}" destId="{322C5891-44C2-4BC8-9DAB-6B22D294DCBE}" srcOrd="5" destOrd="0" presId="urn:microsoft.com/office/officeart/2018/2/layout/IconVerticalSolidList"/>
    <dgm:cxn modelId="{86AB8972-F09B-45B1-B1AD-F60614CC682E}" type="presParOf" srcId="{3A015939-8F68-4014-AC23-BE7DFD7AC5B5}" destId="{8DB59AEF-52F1-4A85-BFB0-1C1BBA161E47}" srcOrd="6" destOrd="0" presId="urn:microsoft.com/office/officeart/2018/2/layout/IconVerticalSolidList"/>
    <dgm:cxn modelId="{FFD3FB77-8A6B-4DFB-A9CE-38AFDD37B615}" type="presParOf" srcId="{8DB59AEF-52F1-4A85-BFB0-1C1BBA161E47}" destId="{4BDB1534-057E-4041-BEEC-F7DE33DA1E30}" srcOrd="0" destOrd="0" presId="urn:microsoft.com/office/officeart/2018/2/layout/IconVerticalSolidList"/>
    <dgm:cxn modelId="{D99F8866-D639-445E-9EA4-64671415EC56}" type="presParOf" srcId="{8DB59AEF-52F1-4A85-BFB0-1C1BBA161E47}" destId="{1FA18B29-560F-46B4-99AD-364958118978}" srcOrd="1" destOrd="0" presId="urn:microsoft.com/office/officeart/2018/2/layout/IconVerticalSolidList"/>
    <dgm:cxn modelId="{5400FFE6-2FBC-4A13-805D-2E40C2C07E6F}" type="presParOf" srcId="{8DB59AEF-52F1-4A85-BFB0-1C1BBA161E47}" destId="{60BC2352-FE6A-4321-8F18-D627A24384B3}" srcOrd="2" destOrd="0" presId="urn:microsoft.com/office/officeart/2018/2/layout/IconVerticalSolidList"/>
    <dgm:cxn modelId="{3147E1C9-4A6C-4E03-9C9C-0CB3168F9C9F}" type="presParOf" srcId="{8DB59AEF-52F1-4A85-BFB0-1C1BBA161E47}" destId="{5AEC682F-B3AC-432E-B869-FB88536B61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C2070A-0EC5-42CD-84B0-AD898814F8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0511AA-A55E-4F37-B582-5DE4F2113B11}">
      <dgm:prSet/>
      <dgm:spPr/>
      <dgm:t>
        <a:bodyPr/>
        <a:lstStyle/>
        <a:p>
          <a:r>
            <a:rPr lang="en-US" dirty="0"/>
            <a:t>Users struggle to choose movies from thousands of options</a:t>
          </a:r>
        </a:p>
      </dgm:t>
    </dgm:pt>
    <dgm:pt modelId="{30D59B4A-C89C-48D5-A9B5-FD8D6F6FD8F0}" type="parTrans" cxnId="{EBBD249A-4614-48CA-A8AD-348CBB40FB60}">
      <dgm:prSet/>
      <dgm:spPr/>
      <dgm:t>
        <a:bodyPr/>
        <a:lstStyle/>
        <a:p>
          <a:endParaRPr lang="en-US"/>
        </a:p>
      </dgm:t>
    </dgm:pt>
    <dgm:pt modelId="{DDC61466-7B0A-4524-ACF2-F5827DEDF3C9}" type="sibTrans" cxnId="{EBBD249A-4614-48CA-A8AD-348CBB40FB60}">
      <dgm:prSet/>
      <dgm:spPr/>
      <dgm:t>
        <a:bodyPr/>
        <a:lstStyle/>
        <a:p>
          <a:endParaRPr lang="en-US"/>
        </a:p>
      </dgm:t>
    </dgm:pt>
    <dgm:pt modelId="{BD7C7B7B-4F0B-439F-AAAC-8A1E03BDF63D}">
      <dgm:prSet/>
      <dgm:spPr/>
      <dgm:t>
        <a:bodyPr/>
        <a:lstStyle/>
        <a:p>
          <a:r>
            <a:rPr lang="en-US"/>
            <a:t>Manual browsing is inefficient</a:t>
          </a:r>
        </a:p>
      </dgm:t>
    </dgm:pt>
    <dgm:pt modelId="{66FD17EE-0CED-4B6A-8147-5039C8E9D07D}" type="parTrans" cxnId="{6F5A458B-C0D6-47BB-B3EA-5D0441F3130B}">
      <dgm:prSet/>
      <dgm:spPr/>
      <dgm:t>
        <a:bodyPr/>
        <a:lstStyle/>
        <a:p>
          <a:endParaRPr lang="en-US"/>
        </a:p>
      </dgm:t>
    </dgm:pt>
    <dgm:pt modelId="{E86EA8B6-440D-4292-9A7F-A014FE65CD26}" type="sibTrans" cxnId="{6F5A458B-C0D6-47BB-B3EA-5D0441F3130B}">
      <dgm:prSet/>
      <dgm:spPr/>
      <dgm:t>
        <a:bodyPr/>
        <a:lstStyle/>
        <a:p>
          <a:endParaRPr lang="en-US"/>
        </a:p>
      </dgm:t>
    </dgm:pt>
    <dgm:pt modelId="{3133460C-CF89-4A1F-A15D-B3C822E683EF}">
      <dgm:prSet/>
      <dgm:spPr/>
      <dgm:t>
        <a:bodyPr/>
        <a:lstStyle/>
        <a:p>
          <a:r>
            <a:rPr lang="en-US"/>
            <a:t>Need an automated and intelligent recommendation system</a:t>
          </a:r>
        </a:p>
      </dgm:t>
    </dgm:pt>
    <dgm:pt modelId="{19B3BB08-EC5E-4937-94BE-86DDDB1CED60}" type="parTrans" cxnId="{BFB34EA9-7F81-4C0F-B0C2-BFD8A7102685}">
      <dgm:prSet/>
      <dgm:spPr/>
      <dgm:t>
        <a:bodyPr/>
        <a:lstStyle/>
        <a:p>
          <a:endParaRPr lang="en-US"/>
        </a:p>
      </dgm:t>
    </dgm:pt>
    <dgm:pt modelId="{77B98B5D-8FFF-4F0F-808D-9F11AA70BB88}" type="sibTrans" cxnId="{BFB34EA9-7F81-4C0F-B0C2-BFD8A7102685}">
      <dgm:prSet/>
      <dgm:spPr/>
      <dgm:t>
        <a:bodyPr/>
        <a:lstStyle/>
        <a:p>
          <a:endParaRPr lang="en-US"/>
        </a:p>
      </dgm:t>
    </dgm:pt>
    <dgm:pt modelId="{3177E03E-FD28-4594-A261-F8F4C10F1C0F}">
      <dgm:prSet/>
      <dgm:spPr/>
      <dgm:t>
        <a:bodyPr/>
        <a:lstStyle/>
        <a:p>
          <a:r>
            <a:rPr lang="en-US"/>
            <a:t>Must handle new movies and diverse user preferences</a:t>
          </a:r>
        </a:p>
      </dgm:t>
    </dgm:pt>
    <dgm:pt modelId="{409B51B0-B4C3-4D7B-923E-9C0E26779B06}" type="parTrans" cxnId="{A941CAAD-CA85-489C-A589-03B38BAE2165}">
      <dgm:prSet/>
      <dgm:spPr/>
      <dgm:t>
        <a:bodyPr/>
        <a:lstStyle/>
        <a:p>
          <a:endParaRPr lang="en-US"/>
        </a:p>
      </dgm:t>
    </dgm:pt>
    <dgm:pt modelId="{47A8FF4E-CAF3-4495-8E59-5EBD4989DEAC}" type="sibTrans" cxnId="{A941CAAD-CA85-489C-A589-03B38BAE2165}">
      <dgm:prSet/>
      <dgm:spPr/>
      <dgm:t>
        <a:bodyPr/>
        <a:lstStyle/>
        <a:p>
          <a:endParaRPr lang="en-US"/>
        </a:p>
      </dgm:t>
    </dgm:pt>
    <dgm:pt modelId="{5E0DD3FD-F188-4824-A545-E1AF50B935A3}" type="pres">
      <dgm:prSet presAssocID="{40C2070A-0EC5-42CD-84B0-AD898814F837}" presName="root" presStyleCnt="0">
        <dgm:presLayoutVars>
          <dgm:dir/>
          <dgm:resizeHandles val="exact"/>
        </dgm:presLayoutVars>
      </dgm:prSet>
      <dgm:spPr/>
    </dgm:pt>
    <dgm:pt modelId="{693DFC1A-9A2D-4378-A7C3-831A8180D988}" type="pres">
      <dgm:prSet presAssocID="{C70511AA-A55E-4F37-B582-5DE4F2113B11}" presName="compNode" presStyleCnt="0"/>
      <dgm:spPr/>
    </dgm:pt>
    <dgm:pt modelId="{0F4BE9AA-02C8-45A1-8B64-5E07A0D8AFE9}" type="pres">
      <dgm:prSet presAssocID="{C70511AA-A55E-4F37-B582-5DE4F2113B11}" presName="bgRect" presStyleLbl="bgShp" presStyleIdx="0" presStyleCnt="4"/>
      <dgm:spPr/>
    </dgm:pt>
    <dgm:pt modelId="{D721FB4E-6C17-4C5D-829F-E39996271F05}" type="pres">
      <dgm:prSet presAssocID="{C70511AA-A55E-4F37-B582-5DE4F2113B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5794EEFF-0D4C-40B7-955F-E9FB5C87D266}" type="pres">
      <dgm:prSet presAssocID="{C70511AA-A55E-4F37-B582-5DE4F2113B11}" presName="spaceRect" presStyleCnt="0"/>
      <dgm:spPr/>
    </dgm:pt>
    <dgm:pt modelId="{9881BA35-A813-47E4-AE9B-4603D0CC747B}" type="pres">
      <dgm:prSet presAssocID="{C70511AA-A55E-4F37-B582-5DE4F2113B11}" presName="parTx" presStyleLbl="revTx" presStyleIdx="0" presStyleCnt="4">
        <dgm:presLayoutVars>
          <dgm:chMax val="0"/>
          <dgm:chPref val="0"/>
        </dgm:presLayoutVars>
      </dgm:prSet>
      <dgm:spPr/>
    </dgm:pt>
    <dgm:pt modelId="{C7D42AB7-3F17-428F-8103-C8B7692B7300}" type="pres">
      <dgm:prSet presAssocID="{DDC61466-7B0A-4524-ACF2-F5827DEDF3C9}" presName="sibTrans" presStyleCnt="0"/>
      <dgm:spPr/>
    </dgm:pt>
    <dgm:pt modelId="{27413957-1071-48D2-B7DB-3D5A40CB59BE}" type="pres">
      <dgm:prSet presAssocID="{BD7C7B7B-4F0B-439F-AAAC-8A1E03BDF63D}" presName="compNode" presStyleCnt="0"/>
      <dgm:spPr/>
    </dgm:pt>
    <dgm:pt modelId="{473EEFD0-0858-48AB-8EA9-E03608F2FF45}" type="pres">
      <dgm:prSet presAssocID="{BD7C7B7B-4F0B-439F-AAAC-8A1E03BDF63D}" presName="bgRect" presStyleLbl="bgShp" presStyleIdx="1" presStyleCnt="4"/>
      <dgm:spPr/>
    </dgm:pt>
    <dgm:pt modelId="{20036BA7-D4FE-458F-A07B-DDCBAF67BB64}" type="pres">
      <dgm:prSet presAssocID="{BD7C7B7B-4F0B-439F-AAAC-8A1E03BDF6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53687B9B-0E7D-4626-814E-FC117D9B15B7}" type="pres">
      <dgm:prSet presAssocID="{BD7C7B7B-4F0B-439F-AAAC-8A1E03BDF63D}" presName="spaceRect" presStyleCnt="0"/>
      <dgm:spPr/>
    </dgm:pt>
    <dgm:pt modelId="{B6044FC9-9A01-4A9A-A874-49EB0CE10171}" type="pres">
      <dgm:prSet presAssocID="{BD7C7B7B-4F0B-439F-AAAC-8A1E03BDF63D}" presName="parTx" presStyleLbl="revTx" presStyleIdx="1" presStyleCnt="4">
        <dgm:presLayoutVars>
          <dgm:chMax val="0"/>
          <dgm:chPref val="0"/>
        </dgm:presLayoutVars>
      </dgm:prSet>
      <dgm:spPr/>
    </dgm:pt>
    <dgm:pt modelId="{58927DFC-970E-474C-9FA1-198AD6495059}" type="pres">
      <dgm:prSet presAssocID="{E86EA8B6-440D-4292-9A7F-A014FE65CD26}" presName="sibTrans" presStyleCnt="0"/>
      <dgm:spPr/>
    </dgm:pt>
    <dgm:pt modelId="{32682B8E-7E9A-46E7-ADD4-3CB43A4AB102}" type="pres">
      <dgm:prSet presAssocID="{3133460C-CF89-4A1F-A15D-B3C822E683EF}" presName="compNode" presStyleCnt="0"/>
      <dgm:spPr/>
    </dgm:pt>
    <dgm:pt modelId="{261EF57A-4707-4DA6-9F2B-7D86EAC1D996}" type="pres">
      <dgm:prSet presAssocID="{3133460C-CF89-4A1F-A15D-B3C822E683EF}" presName="bgRect" presStyleLbl="bgShp" presStyleIdx="2" presStyleCnt="4"/>
      <dgm:spPr/>
    </dgm:pt>
    <dgm:pt modelId="{B5B7CEC4-90B2-4B1B-80AA-84BBFA3C459D}" type="pres">
      <dgm:prSet presAssocID="{3133460C-CF89-4A1F-A15D-B3C822E683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A009D3-596A-4FCD-9A23-BB469CEE33A1}" type="pres">
      <dgm:prSet presAssocID="{3133460C-CF89-4A1F-A15D-B3C822E683EF}" presName="spaceRect" presStyleCnt="0"/>
      <dgm:spPr/>
    </dgm:pt>
    <dgm:pt modelId="{F164226B-5E0F-479E-B849-2C4F6C43CD44}" type="pres">
      <dgm:prSet presAssocID="{3133460C-CF89-4A1F-A15D-B3C822E683EF}" presName="parTx" presStyleLbl="revTx" presStyleIdx="2" presStyleCnt="4">
        <dgm:presLayoutVars>
          <dgm:chMax val="0"/>
          <dgm:chPref val="0"/>
        </dgm:presLayoutVars>
      </dgm:prSet>
      <dgm:spPr/>
    </dgm:pt>
    <dgm:pt modelId="{F7113FDD-1FD8-4046-BFA0-DFB6502F2598}" type="pres">
      <dgm:prSet presAssocID="{77B98B5D-8FFF-4F0F-808D-9F11AA70BB88}" presName="sibTrans" presStyleCnt="0"/>
      <dgm:spPr/>
    </dgm:pt>
    <dgm:pt modelId="{12173764-59A6-400F-A4CC-0AA2A627E3EB}" type="pres">
      <dgm:prSet presAssocID="{3177E03E-FD28-4594-A261-F8F4C10F1C0F}" presName="compNode" presStyleCnt="0"/>
      <dgm:spPr/>
    </dgm:pt>
    <dgm:pt modelId="{DAE0A5DB-B62D-48CD-A024-323A6B1913C2}" type="pres">
      <dgm:prSet presAssocID="{3177E03E-FD28-4594-A261-F8F4C10F1C0F}" presName="bgRect" presStyleLbl="bgShp" presStyleIdx="3" presStyleCnt="4"/>
      <dgm:spPr/>
    </dgm:pt>
    <dgm:pt modelId="{2698E5AF-7003-490C-9AC6-03F15E77492D}" type="pres">
      <dgm:prSet presAssocID="{3177E03E-FD28-4594-A261-F8F4C10F1C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01FAC5EE-DABF-4736-B34D-4C53449E75A5}" type="pres">
      <dgm:prSet presAssocID="{3177E03E-FD28-4594-A261-F8F4C10F1C0F}" presName="spaceRect" presStyleCnt="0"/>
      <dgm:spPr/>
    </dgm:pt>
    <dgm:pt modelId="{E53578ED-8878-42AC-88D1-81767F88F774}" type="pres">
      <dgm:prSet presAssocID="{3177E03E-FD28-4594-A261-F8F4C10F1C0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86585B-E64D-4BEF-A2DD-58F09BB7DB29}" type="presOf" srcId="{3177E03E-FD28-4594-A261-F8F4C10F1C0F}" destId="{E53578ED-8878-42AC-88D1-81767F88F774}" srcOrd="0" destOrd="0" presId="urn:microsoft.com/office/officeart/2018/2/layout/IconVerticalSolidList"/>
    <dgm:cxn modelId="{E832BF4A-CF3D-4C79-8076-439C35C6EA97}" type="presOf" srcId="{BD7C7B7B-4F0B-439F-AAAC-8A1E03BDF63D}" destId="{B6044FC9-9A01-4A9A-A874-49EB0CE10171}" srcOrd="0" destOrd="0" presId="urn:microsoft.com/office/officeart/2018/2/layout/IconVerticalSolidList"/>
    <dgm:cxn modelId="{6F5A458B-C0D6-47BB-B3EA-5D0441F3130B}" srcId="{40C2070A-0EC5-42CD-84B0-AD898814F837}" destId="{BD7C7B7B-4F0B-439F-AAAC-8A1E03BDF63D}" srcOrd="1" destOrd="0" parTransId="{66FD17EE-0CED-4B6A-8147-5039C8E9D07D}" sibTransId="{E86EA8B6-440D-4292-9A7F-A014FE65CD26}"/>
    <dgm:cxn modelId="{F2472E8E-B612-4D52-99C9-EF8FC56F7879}" type="presOf" srcId="{C70511AA-A55E-4F37-B582-5DE4F2113B11}" destId="{9881BA35-A813-47E4-AE9B-4603D0CC747B}" srcOrd="0" destOrd="0" presId="urn:microsoft.com/office/officeart/2018/2/layout/IconVerticalSolidList"/>
    <dgm:cxn modelId="{EBBD249A-4614-48CA-A8AD-348CBB40FB60}" srcId="{40C2070A-0EC5-42CD-84B0-AD898814F837}" destId="{C70511AA-A55E-4F37-B582-5DE4F2113B11}" srcOrd="0" destOrd="0" parTransId="{30D59B4A-C89C-48D5-A9B5-FD8D6F6FD8F0}" sibTransId="{DDC61466-7B0A-4524-ACF2-F5827DEDF3C9}"/>
    <dgm:cxn modelId="{BFB34EA9-7F81-4C0F-B0C2-BFD8A7102685}" srcId="{40C2070A-0EC5-42CD-84B0-AD898814F837}" destId="{3133460C-CF89-4A1F-A15D-B3C822E683EF}" srcOrd="2" destOrd="0" parTransId="{19B3BB08-EC5E-4937-94BE-86DDDB1CED60}" sibTransId="{77B98B5D-8FFF-4F0F-808D-9F11AA70BB88}"/>
    <dgm:cxn modelId="{A941CAAD-CA85-489C-A589-03B38BAE2165}" srcId="{40C2070A-0EC5-42CD-84B0-AD898814F837}" destId="{3177E03E-FD28-4594-A261-F8F4C10F1C0F}" srcOrd="3" destOrd="0" parTransId="{409B51B0-B4C3-4D7B-923E-9C0E26779B06}" sibTransId="{47A8FF4E-CAF3-4495-8E59-5EBD4989DEAC}"/>
    <dgm:cxn modelId="{9E343BBA-DACE-4221-8E99-3A5FD18EFB66}" type="presOf" srcId="{40C2070A-0EC5-42CD-84B0-AD898814F837}" destId="{5E0DD3FD-F188-4824-A545-E1AF50B935A3}" srcOrd="0" destOrd="0" presId="urn:microsoft.com/office/officeart/2018/2/layout/IconVerticalSolidList"/>
    <dgm:cxn modelId="{B3F2D4FE-E961-4FE9-8404-C155A4FC76E2}" type="presOf" srcId="{3133460C-CF89-4A1F-A15D-B3C822E683EF}" destId="{F164226B-5E0F-479E-B849-2C4F6C43CD44}" srcOrd="0" destOrd="0" presId="urn:microsoft.com/office/officeart/2018/2/layout/IconVerticalSolidList"/>
    <dgm:cxn modelId="{ED57C186-630B-40BB-8FC1-2A05C4F280E5}" type="presParOf" srcId="{5E0DD3FD-F188-4824-A545-E1AF50B935A3}" destId="{693DFC1A-9A2D-4378-A7C3-831A8180D988}" srcOrd="0" destOrd="0" presId="urn:microsoft.com/office/officeart/2018/2/layout/IconVerticalSolidList"/>
    <dgm:cxn modelId="{B17D7A87-D36D-4D5C-8484-C05E33FE435C}" type="presParOf" srcId="{693DFC1A-9A2D-4378-A7C3-831A8180D988}" destId="{0F4BE9AA-02C8-45A1-8B64-5E07A0D8AFE9}" srcOrd="0" destOrd="0" presId="urn:microsoft.com/office/officeart/2018/2/layout/IconVerticalSolidList"/>
    <dgm:cxn modelId="{0C2ACD5D-ED90-444F-8BEC-558A9F1056E7}" type="presParOf" srcId="{693DFC1A-9A2D-4378-A7C3-831A8180D988}" destId="{D721FB4E-6C17-4C5D-829F-E39996271F05}" srcOrd="1" destOrd="0" presId="urn:microsoft.com/office/officeart/2018/2/layout/IconVerticalSolidList"/>
    <dgm:cxn modelId="{E8B28780-92AF-4282-B83B-58220985F062}" type="presParOf" srcId="{693DFC1A-9A2D-4378-A7C3-831A8180D988}" destId="{5794EEFF-0D4C-40B7-955F-E9FB5C87D266}" srcOrd="2" destOrd="0" presId="urn:microsoft.com/office/officeart/2018/2/layout/IconVerticalSolidList"/>
    <dgm:cxn modelId="{5E742EC9-DA19-4D2E-A1DF-D24A1F194217}" type="presParOf" srcId="{693DFC1A-9A2D-4378-A7C3-831A8180D988}" destId="{9881BA35-A813-47E4-AE9B-4603D0CC747B}" srcOrd="3" destOrd="0" presId="urn:microsoft.com/office/officeart/2018/2/layout/IconVerticalSolidList"/>
    <dgm:cxn modelId="{3D86CD9E-161D-4B19-97CF-C95EB3307BDD}" type="presParOf" srcId="{5E0DD3FD-F188-4824-A545-E1AF50B935A3}" destId="{C7D42AB7-3F17-428F-8103-C8B7692B7300}" srcOrd="1" destOrd="0" presId="urn:microsoft.com/office/officeart/2018/2/layout/IconVerticalSolidList"/>
    <dgm:cxn modelId="{7B5FA987-F4CC-44A3-AF7D-EB6FF0BDA254}" type="presParOf" srcId="{5E0DD3FD-F188-4824-A545-E1AF50B935A3}" destId="{27413957-1071-48D2-B7DB-3D5A40CB59BE}" srcOrd="2" destOrd="0" presId="urn:microsoft.com/office/officeart/2018/2/layout/IconVerticalSolidList"/>
    <dgm:cxn modelId="{ACD01120-E468-4B2F-B96D-54D76CAC7565}" type="presParOf" srcId="{27413957-1071-48D2-B7DB-3D5A40CB59BE}" destId="{473EEFD0-0858-48AB-8EA9-E03608F2FF45}" srcOrd="0" destOrd="0" presId="urn:microsoft.com/office/officeart/2018/2/layout/IconVerticalSolidList"/>
    <dgm:cxn modelId="{A42EE4C0-7CFE-4E74-9A40-9AE6FA9F6861}" type="presParOf" srcId="{27413957-1071-48D2-B7DB-3D5A40CB59BE}" destId="{20036BA7-D4FE-458F-A07B-DDCBAF67BB64}" srcOrd="1" destOrd="0" presId="urn:microsoft.com/office/officeart/2018/2/layout/IconVerticalSolidList"/>
    <dgm:cxn modelId="{4831468A-F11C-4049-A579-0EA4B3FDE710}" type="presParOf" srcId="{27413957-1071-48D2-B7DB-3D5A40CB59BE}" destId="{53687B9B-0E7D-4626-814E-FC117D9B15B7}" srcOrd="2" destOrd="0" presId="urn:microsoft.com/office/officeart/2018/2/layout/IconVerticalSolidList"/>
    <dgm:cxn modelId="{3D075D1B-9A59-439D-BBE0-60AE2A69ADCF}" type="presParOf" srcId="{27413957-1071-48D2-B7DB-3D5A40CB59BE}" destId="{B6044FC9-9A01-4A9A-A874-49EB0CE10171}" srcOrd="3" destOrd="0" presId="urn:microsoft.com/office/officeart/2018/2/layout/IconVerticalSolidList"/>
    <dgm:cxn modelId="{42CE3D89-C47A-491C-8EB1-358C5892A70F}" type="presParOf" srcId="{5E0DD3FD-F188-4824-A545-E1AF50B935A3}" destId="{58927DFC-970E-474C-9FA1-198AD6495059}" srcOrd="3" destOrd="0" presId="urn:microsoft.com/office/officeart/2018/2/layout/IconVerticalSolidList"/>
    <dgm:cxn modelId="{2B673336-7FEF-4532-B3F8-FDEFE68C5199}" type="presParOf" srcId="{5E0DD3FD-F188-4824-A545-E1AF50B935A3}" destId="{32682B8E-7E9A-46E7-ADD4-3CB43A4AB102}" srcOrd="4" destOrd="0" presId="urn:microsoft.com/office/officeart/2018/2/layout/IconVerticalSolidList"/>
    <dgm:cxn modelId="{D8362A0C-A330-4F8A-8B29-7F9A91AA82E8}" type="presParOf" srcId="{32682B8E-7E9A-46E7-ADD4-3CB43A4AB102}" destId="{261EF57A-4707-4DA6-9F2B-7D86EAC1D996}" srcOrd="0" destOrd="0" presId="urn:microsoft.com/office/officeart/2018/2/layout/IconVerticalSolidList"/>
    <dgm:cxn modelId="{22273F33-B0A1-4A98-A054-5F1EE578E584}" type="presParOf" srcId="{32682B8E-7E9A-46E7-ADD4-3CB43A4AB102}" destId="{B5B7CEC4-90B2-4B1B-80AA-84BBFA3C459D}" srcOrd="1" destOrd="0" presId="urn:microsoft.com/office/officeart/2018/2/layout/IconVerticalSolidList"/>
    <dgm:cxn modelId="{1B320E9A-0554-45B1-8A12-8124A2FE6F3D}" type="presParOf" srcId="{32682B8E-7E9A-46E7-ADD4-3CB43A4AB102}" destId="{CDA009D3-596A-4FCD-9A23-BB469CEE33A1}" srcOrd="2" destOrd="0" presId="urn:microsoft.com/office/officeart/2018/2/layout/IconVerticalSolidList"/>
    <dgm:cxn modelId="{3E883FFB-7FDB-4F69-9FE5-E4B376475DB3}" type="presParOf" srcId="{32682B8E-7E9A-46E7-ADD4-3CB43A4AB102}" destId="{F164226B-5E0F-479E-B849-2C4F6C43CD44}" srcOrd="3" destOrd="0" presId="urn:microsoft.com/office/officeart/2018/2/layout/IconVerticalSolidList"/>
    <dgm:cxn modelId="{90630E2C-BE5F-45CE-889F-0F41617AC8A6}" type="presParOf" srcId="{5E0DD3FD-F188-4824-A545-E1AF50B935A3}" destId="{F7113FDD-1FD8-4046-BFA0-DFB6502F2598}" srcOrd="5" destOrd="0" presId="urn:microsoft.com/office/officeart/2018/2/layout/IconVerticalSolidList"/>
    <dgm:cxn modelId="{E5873E07-96A9-4340-BE08-41298A8A1548}" type="presParOf" srcId="{5E0DD3FD-F188-4824-A545-E1AF50B935A3}" destId="{12173764-59A6-400F-A4CC-0AA2A627E3EB}" srcOrd="6" destOrd="0" presId="urn:microsoft.com/office/officeart/2018/2/layout/IconVerticalSolidList"/>
    <dgm:cxn modelId="{F4C441E9-C13F-4D30-8F65-5C476C2D133A}" type="presParOf" srcId="{12173764-59A6-400F-A4CC-0AA2A627E3EB}" destId="{DAE0A5DB-B62D-48CD-A024-323A6B1913C2}" srcOrd="0" destOrd="0" presId="urn:microsoft.com/office/officeart/2018/2/layout/IconVerticalSolidList"/>
    <dgm:cxn modelId="{B9BD7303-12AA-4830-8385-8651EE442975}" type="presParOf" srcId="{12173764-59A6-400F-A4CC-0AA2A627E3EB}" destId="{2698E5AF-7003-490C-9AC6-03F15E77492D}" srcOrd="1" destOrd="0" presId="urn:microsoft.com/office/officeart/2018/2/layout/IconVerticalSolidList"/>
    <dgm:cxn modelId="{D5BEF97B-4AF1-462E-ACB8-28772A7A23F6}" type="presParOf" srcId="{12173764-59A6-400F-A4CC-0AA2A627E3EB}" destId="{01FAC5EE-DABF-4736-B34D-4C53449E75A5}" srcOrd="2" destOrd="0" presId="urn:microsoft.com/office/officeart/2018/2/layout/IconVerticalSolidList"/>
    <dgm:cxn modelId="{1B932A7D-B6C7-484B-824F-D9B057E53C4C}" type="presParOf" srcId="{12173764-59A6-400F-A4CC-0AA2A627E3EB}" destId="{E53578ED-8878-42AC-88D1-81767F88F7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19AEF8-36AC-4CA0-893E-1675D76322C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D98AF37B-4B6B-487E-98AF-2B8B654AA01D}">
      <dgm:prSet custT="1"/>
      <dgm:spPr/>
      <dgm:t>
        <a:bodyPr/>
        <a:lstStyle/>
        <a:p>
          <a:r>
            <a:rPr lang="en-US" sz="2200" dirty="0"/>
            <a:t>Collect and preprocess real-world movie data</a:t>
          </a:r>
        </a:p>
      </dgm:t>
    </dgm:pt>
    <dgm:pt modelId="{907B0639-AE07-4649-BCEA-654AF66D1332}" type="parTrans" cxnId="{84CCD0DF-42D9-4CD8-B33A-91A932E71C49}">
      <dgm:prSet/>
      <dgm:spPr/>
      <dgm:t>
        <a:bodyPr/>
        <a:lstStyle/>
        <a:p>
          <a:endParaRPr lang="en-US" sz="2200"/>
        </a:p>
      </dgm:t>
    </dgm:pt>
    <dgm:pt modelId="{C1A6AE51-D4BC-44F1-A6EF-4099C3ABA654}" type="sibTrans" cxnId="{84CCD0DF-42D9-4CD8-B33A-91A932E71C49}">
      <dgm:prSet custT="1"/>
      <dgm:spPr/>
      <dgm:t>
        <a:bodyPr/>
        <a:lstStyle/>
        <a:p>
          <a:endParaRPr lang="en-US" sz="2200"/>
        </a:p>
      </dgm:t>
    </dgm:pt>
    <dgm:pt modelId="{6586A115-7C90-431B-AF6C-E306FCC1A7E3}">
      <dgm:prSet custT="1"/>
      <dgm:spPr/>
      <dgm:t>
        <a:bodyPr/>
        <a:lstStyle/>
        <a:p>
          <a:r>
            <a:rPr lang="en-US" sz="2200" dirty="0"/>
            <a:t>Build a content-based recommendation model</a:t>
          </a:r>
        </a:p>
      </dgm:t>
    </dgm:pt>
    <dgm:pt modelId="{19DC5507-CA06-4246-9F56-883717118650}" type="parTrans" cxnId="{458CE57D-7295-46FE-ADAD-C8889FCBB143}">
      <dgm:prSet/>
      <dgm:spPr/>
      <dgm:t>
        <a:bodyPr/>
        <a:lstStyle/>
        <a:p>
          <a:endParaRPr lang="en-US" sz="2200"/>
        </a:p>
      </dgm:t>
    </dgm:pt>
    <dgm:pt modelId="{519DEDB4-D237-4711-9190-70EF4F60B6B2}" type="sibTrans" cxnId="{458CE57D-7295-46FE-ADAD-C8889FCBB143}">
      <dgm:prSet custT="1"/>
      <dgm:spPr/>
      <dgm:t>
        <a:bodyPr/>
        <a:lstStyle/>
        <a:p>
          <a:endParaRPr lang="en-US" sz="2200"/>
        </a:p>
      </dgm:t>
    </dgm:pt>
    <dgm:pt modelId="{7C3652D6-F160-4ADD-9D69-21CFA8556484}">
      <dgm:prSet custT="1"/>
      <dgm:spPr/>
      <dgm:t>
        <a:bodyPr/>
        <a:lstStyle/>
        <a:p>
          <a:r>
            <a:rPr lang="en-US" sz="2200" dirty="0"/>
            <a:t>Build a collaborative filtering model</a:t>
          </a:r>
        </a:p>
      </dgm:t>
    </dgm:pt>
    <dgm:pt modelId="{DD176CB7-90D8-473B-8EC8-4EF794D7758C}" type="parTrans" cxnId="{73111369-8468-4F70-9D6F-7EF526D65BE6}">
      <dgm:prSet/>
      <dgm:spPr/>
      <dgm:t>
        <a:bodyPr/>
        <a:lstStyle/>
        <a:p>
          <a:endParaRPr lang="en-US" sz="2200"/>
        </a:p>
      </dgm:t>
    </dgm:pt>
    <dgm:pt modelId="{4A2A0658-759D-4EA3-B4F8-590D37B457A0}" type="sibTrans" cxnId="{73111369-8468-4F70-9D6F-7EF526D65BE6}">
      <dgm:prSet custT="1"/>
      <dgm:spPr/>
      <dgm:t>
        <a:bodyPr/>
        <a:lstStyle/>
        <a:p>
          <a:endParaRPr lang="en-US" sz="2200"/>
        </a:p>
      </dgm:t>
    </dgm:pt>
    <dgm:pt modelId="{980B3CFF-12DC-460B-83AB-45E3DE4FE2ED}">
      <dgm:prSet custT="1"/>
      <dgm:spPr/>
      <dgm:t>
        <a:bodyPr/>
        <a:lstStyle/>
        <a:p>
          <a:r>
            <a:rPr lang="en-US" sz="2200" dirty="0"/>
            <a:t>Combine both models into a hybrid system</a:t>
          </a:r>
        </a:p>
      </dgm:t>
    </dgm:pt>
    <dgm:pt modelId="{BA10B654-2B9E-4838-90D1-B361FE3DBA1D}" type="parTrans" cxnId="{1D963054-15CA-4EAD-A15A-1DA5DE2F6E87}">
      <dgm:prSet/>
      <dgm:spPr/>
      <dgm:t>
        <a:bodyPr/>
        <a:lstStyle/>
        <a:p>
          <a:endParaRPr lang="en-US" sz="2200"/>
        </a:p>
      </dgm:t>
    </dgm:pt>
    <dgm:pt modelId="{56657109-876A-4CED-8EC2-00D4C840D98C}" type="sibTrans" cxnId="{1D963054-15CA-4EAD-A15A-1DA5DE2F6E87}">
      <dgm:prSet custT="1"/>
      <dgm:spPr/>
      <dgm:t>
        <a:bodyPr/>
        <a:lstStyle/>
        <a:p>
          <a:endParaRPr lang="en-US" sz="2200"/>
        </a:p>
      </dgm:t>
    </dgm:pt>
    <dgm:pt modelId="{A0AA0361-D7C3-453F-951B-3B0D9A27DCAC}">
      <dgm:prSet custT="1"/>
      <dgm:spPr/>
      <dgm:t>
        <a:bodyPr/>
        <a:lstStyle/>
        <a:p>
          <a:r>
            <a:rPr lang="en-US" sz="2200" dirty="0"/>
            <a:t>Evaluate and compare all approaches</a:t>
          </a:r>
        </a:p>
      </dgm:t>
    </dgm:pt>
    <dgm:pt modelId="{BBB119E9-66B6-40DF-B546-899D2AB90E94}" type="parTrans" cxnId="{3CF14946-FFC7-4891-ACF0-4B7FE516C32A}">
      <dgm:prSet/>
      <dgm:spPr/>
      <dgm:t>
        <a:bodyPr/>
        <a:lstStyle/>
        <a:p>
          <a:endParaRPr lang="en-US" sz="2200"/>
        </a:p>
      </dgm:t>
    </dgm:pt>
    <dgm:pt modelId="{D63DC019-3422-4F5F-8877-F3B0A6CFDE6E}" type="sibTrans" cxnId="{3CF14946-FFC7-4891-ACF0-4B7FE516C32A}">
      <dgm:prSet/>
      <dgm:spPr/>
      <dgm:t>
        <a:bodyPr/>
        <a:lstStyle/>
        <a:p>
          <a:endParaRPr lang="en-US" sz="2200"/>
        </a:p>
      </dgm:t>
    </dgm:pt>
    <dgm:pt modelId="{D3C21FF5-1418-4F1F-85C0-5C823EB623E7}" type="pres">
      <dgm:prSet presAssocID="{3919AEF8-36AC-4CA0-893E-1675D76322C5}" presName="Name0" presStyleCnt="0">
        <dgm:presLayoutVars>
          <dgm:dir/>
          <dgm:resizeHandles val="exact"/>
        </dgm:presLayoutVars>
      </dgm:prSet>
      <dgm:spPr/>
    </dgm:pt>
    <dgm:pt modelId="{270FBCE4-4A6F-44FB-A3B9-DF5444ADAC68}" type="pres">
      <dgm:prSet presAssocID="{D98AF37B-4B6B-487E-98AF-2B8B654AA01D}" presName="node" presStyleLbl="node1" presStyleIdx="0" presStyleCnt="5" custScaleX="114047">
        <dgm:presLayoutVars>
          <dgm:bulletEnabled val="1"/>
        </dgm:presLayoutVars>
      </dgm:prSet>
      <dgm:spPr/>
    </dgm:pt>
    <dgm:pt modelId="{09AD2879-D876-473E-AAA8-B3377A78B9B1}" type="pres">
      <dgm:prSet presAssocID="{C1A6AE51-D4BC-44F1-A6EF-4099C3ABA654}" presName="sibTrans" presStyleLbl="sibTrans1D1" presStyleIdx="0" presStyleCnt="4"/>
      <dgm:spPr/>
    </dgm:pt>
    <dgm:pt modelId="{AE381799-B246-42EA-9658-379DFFAAE22E}" type="pres">
      <dgm:prSet presAssocID="{C1A6AE51-D4BC-44F1-A6EF-4099C3ABA654}" presName="connectorText" presStyleLbl="sibTrans1D1" presStyleIdx="0" presStyleCnt="4"/>
      <dgm:spPr/>
    </dgm:pt>
    <dgm:pt modelId="{8F386138-F260-40ED-B195-36E43304FC0C}" type="pres">
      <dgm:prSet presAssocID="{6586A115-7C90-431B-AF6C-E306FCC1A7E3}" presName="node" presStyleLbl="node1" presStyleIdx="1" presStyleCnt="5" custScaleX="131497">
        <dgm:presLayoutVars>
          <dgm:bulletEnabled val="1"/>
        </dgm:presLayoutVars>
      </dgm:prSet>
      <dgm:spPr/>
    </dgm:pt>
    <dgm:pt modelId="{2A76DE9D-E911-4275-841F-80E684C3B268}" type="pres">
      <dgm:prSet presAssocID="{519DEDB4-D237-4711-9190-70EF4F60B6B2}" presName="sibTrans" presStyleLbl="sibTrans1D1" presStyleIdx="1" presStyleCnt="4"/>
      <dgm:spPr/>
    </dgm:pt>
    <dgm:pt modelId="{B2E86670-8657-4FB2-939F-311FDD55DED3}" type="pres">
      <dgm:prSet presAssocID="{519DEDB4-D237-4711-9190-70EF4F60B6B2}" presName="connectorText" presStyleLbl="sibTrans1D1" presStyleIdx="1" presStyleCnt="4"/>
      <dgm:spPr/>
    </dgm:pt>
    <dgm:pt modelId="{B976C018-0B6E-4E77-83A2-DE46AC5D09C6}" type="pres">
      <dgm:prSet presAssocID="{7C3652D6-F160-4ADD-9D69-21CFA8556484}" presName="node" presStyleLbl="node1" presStyleIdx="2" presStyleCnt="5" custScaleX="114328">
        <dgm:presLayoutVars>
          <dgm:bulletEnabled val="1"/>
        </dgm:presLayoutVars>
      </dgm:prSet>
      <dgm:spPr/>
    </dgm:pt>
    <dgm:pt modelId="{3FEE08EB-6249-4E0A-BDB9-168A1CBE2256}" type="pres">
      <dgm:prSet presAssocID="{4A2A0658-759D-4EA3-B4F8-590D37B457A0}" presName="sibTrans" presStyleLbl="sibTrans1D1" presStyleIdx="2" presStyleCnt="4"/>
      <dgm:spPr/>
    </dgm:pt>
    <dgm:pt modelId="{94915127-87D7-4353-AB59-7E98AFC7EFC9}" type="pres">
      <dgm:prSet presAssocID="{4A2A0658-759D-4EA3-B4F8-590D37B457A0}" presName="connectorText" presStyleLbl="sibTrans1D1" presStyleIdx="2" presStyleCnt="4"/>
      <dgm:spPr/>
    </dgm:pt>
    <dgm:pt modelId="{9AD2B698-BB52-4CF4-BD65-B61BFE297692}" type="pres">
      <dgm:prSet presAssocID="{980B3CFF-12DC-460B-83AB-45E3DE4FE2ED}" presName="node" presStyleLbl="node1" presStyleIdx="3" presStyleCnt="5" custScaleX="134357">
        <dgm:presLayoutVars>
          <dgm:bulletEnabled val="1"/>
        </dgm:presLayoutVars>
      </dgm:prSet>
      <dgm:spPr/>
    </dgm:pt>
    <dgm:pt modelId="{707D7062-4DCE-4F61-94EF-A65FA35F01C7}" type="pres">
      <dgm:prSet presAssocID="{56657109-876A-4CED-8EC2-00D4C840D98C}" presName="sibTrans" presStyleLbl="sibTrans1D1" presStyleIdx="3" presStyleCnt="4"/>
      <dgm:spPr/>
    </dgm:pt>
    <dgm:pt modelId="{AC4E97D7-FAFA-4CE7-A692-61D4710F2FF1}" type="pres">
      <dgm:prSet presAssocID="{56657109-876A-4CED-8EC2-00D4C840D98C}" presName="connectorText" presStyleLbl="sibTrans1D1" presStyleIdx="3" presStyleCnt="4"/>
      <dgm:spPr/>
    </dgm:pt>
    <dgm:pt modelId="{B45FDA3D-1DAC-4AD0-88C4-54A101C5F58C}" type="pres">
      <dgm:prSet presAssocID="{A0AA0361-D7C3-453F-951B-3B0D9A27DCAC}" presName="node" presStyleLbl="node1" presStyleIdx="4" presStyleCnt="5" custScaleX="117560">
        <dgm:presLayoutVars>
          <dgm:bulletEnabled val="1"/>
        </dgm:presLayoutVars>
      </dgm:prSet>
      <dgm:spPr/>
    </dgm:pt>
  </dgm:ptLst>
  <dgm:cxnLst>
    <dgm:cxn modelId="{A9ACB619-A535-473F-B7EA-7E466F8A2470}" type="presOf" srcId="{C1A6AE51-D4BC-44F1-A6EF-4099C3ABA654}" destId="{AE381799-B246-42EA-9658-379DFFAAE22E}" srcOrd="1" destOrd="0" presId="urn:microsoft.com/office/officeart/2016/7/layout/RepeatingBendingProcessNew"/>
    <dgm:cxn modelId="{5D25842E-D5FA-4273-A176-8A1177326427}" type="presOf" srcId="{56657109-876A-4CED-8EC2-00D4C840D98C}" destId="{AC4E97D7-FAFA-4CE7-A692-61D4710F2FF1}" srcOrd="1" destOrd="0" presId="urn:microsoft.com/office/officeart/2016/7/layout/RepeatingBendingProcessNew"/>
    <dgm:cxn modelId="{98F1AC32-6F59-4228-9062-FE7DB3751E54}" type="presOf" srcId="{980B3CFF-12DC-460B-83AB-45E3DE4FE2ED}" destId="{9AD2B698-BB52-4CF4-BD65-B61BFE297692}" srcOrd="0" destOrd="0" presId="urn:microsoft.com/office/officeart/2016/7/layout/RepeatingBendingProcessNew"/>
    <dgm:cxn modelId="{3EBD183A-D9A3-47AE-9E27-1308D4BE7903}" type="presOf" srcId="{C1A6AE51-D4BC-44F1-A6EF-4099C3ABA654}" destId="{09AD2879-D876-473E-AAA8-B3377A78B9B1}" srcOrd="0" destOrd="0" presId="urn:microsoft.com/office/officeart/2016/7/layout/RepeatingBendingProcessNew"/>
    <dgm:cxn modelId="{0162915C-40E5-4D2C-A60C-35479F05CCD2}" type="presOf" srcId="{56657109-876A-4CED-8EC2-00D4C840D98C}" destId="{707D7062-4DCE-4F61-94EF-A65FA35F01C7}" srcOrd="0" destOrd="0" presId="urn:microsoft.com/office/officeart/2016/7/layout/RepeatingBendingProcessNew"/>
    <dgm:cxn modelId="{125AA762-FE10-42BE-9BE0-711FD5CF32E5}" type="presOf" srcId="{6586A115-7C90-431B-AF6C-E306FCC1A7E3}" destId="{8F386138-F260-40ED-B195-36E43304FC0C}" srcOrd="0" destOrd="0" presId="urn:microsoft.com/office/officeart/2016/7/layout/RepeatingBendingProcessNew"/>
    <dgm:cxn modelId="{3CF14946-FFC7-4891-ACF0-4B7FE516C32A}" srcId="{3919AEF8-36AC-4CA0-893E-1675D76322C5}" destId="{A0AA0361-D7C3-453F-951B-3B0D9A27DCAC}" srcOrd="4" destOrd="0" parTransId="{BBB119E9-66B6-40DF-B546-899D2AB90E94}" sibTransId="{D63DC019-3422-4F5F-8877-F3B0A6CFDE6E}"/>
    <dgm:cxn modelId="{73111369-8468-4F70-9D6F-7EF526D65BE6}" srcId="{3919AEF8-36AC-4CA0-893E-1675D76322C5}" destId="{7C3652D6-F160-4ADD-9D69-21CFA8556484}" srcOrd="2" destOrd="0" parTransId="{DD176CB7-90D8-473B-8EC8-4EF794D7758C}" sibTransId="{4A2A0658-759D-4EA3-B4F8-590D37B457A0}"/>
    <dgm:cxn modelId="{1D963054-15CA-4EAD-A15A-1DA5DE2F6E87}" srcId="{3919AEF8-36AC-4CA0-893E-1675D76322C5}" destId="{980B3CFF-12DC-460B-83AB-45E3DE4FE2ED}" srcOrd="3" destOrd="0" parTransId="{BA10B654-2B9E-4838-90D1-B361FE3DBA1D}" sibTransId="{56657109-876A-4CED-8EC2-00D4C840D98C}"/>
    <dgm:cxn modelId="{4F314375-6D49-4647-A41F-0DE73E65C8A0}" type="presOf" srcId="{7C3652D6-F160-4ADD-9D69-21CFA8556484}" destId="{B976C018-0B6E-4E77-83A2-DE46AC5D09C6}" srcOrd="0" destOrd="0" presId="urn:microsoft.com/office/officeart/2016/7/layout/RepeatingBendingProcessNew"/>
    <dgm:cxn modelId="{108ADA7B-0D97-47D2-8E19-FBE175666A28}" type="presOf" srcId="{D98AF37B-4B6B-487E-98AF-2B8B654AA01D}" destId="{270FBCE4-4A6F-44FB-A3B9-DF5444ADAC68}" srcOrd="0" destOrd="0" presId="urn:microsoft.com/office/officeart/2016/7/layout/RepeatingBendingProcessNew"/>
    <dgm:cxn modelId="{458CE57D-7295-46FE-ADAD-C8889FCBB143}" srcId="{3919AEF8-36AC-4CA0-893E-1675D76322C5}" destId="{6586A115-7C90-431B-AF6C-E306FCC1A7E3}" srcOrd="1" destOrd="0" parTransId="{19DC5507-CA06-4246-9F56-883717118650}" sibTransId="{519DEDB4-D237-4711-9190-70EF4F60B6B2}"/>
    <dgm:cxn modelId="{DC54579B-A4D5-4256-AF42-F30C7D71FEBA}" type="presOf" srcId="{519DEDB4-D237-4711-9190-70EF4F60B6B2}" destId="{B2E86670-8657-4FB2-939F-311FDD55DED3}" srcOrd="1" destOrd="0" presId="urn:microsoft.com/office/officeart/2016/7/layout/RepeatingBendingProcessNew"/>
    <dgm:cxn modelId="{2D044BAF-5BC6-426B-B09B-F24856C03F6C}" type="presOf" srcId="{4A2A0658-759D-4EA3-B4F8-590D37B457A0}" destId="{3FEE08EB-6249-4E0A-BDB9-168A1CBE2256}" srcOrd="0" destOrd="0" presId="urn:microsoft.com/office/officeart/2016/7/layout/RepeatingBendingProcessNew"/>
    <dgm:cxn modelId="{5B331BC2-3FF4-4962-800F-A6C7214EE86E}" type="presOf" srcId="{A0AA0361-D7C3-453F-951B-3B0D9A27DCAC}" destId="{B45FDA3D-1DAC-4AD0-88C4-54A101C5F58C}" srcOrd="0" destOrd="0" presId="urn:microsoft.com/office/officeart/2016/7/layout/RepeatingBendingProcessNew"/>
    <dgm:cxn modelId="{396E75C3-B6AE-4B9E-9338-986EF553B77C}" type="presOf" srcId="{3919AEF8-36AC-4CA0-893E-1675D76322C5}" destId="{D3C21FF5-1418-4F1F-85C0-5C823EB623E7}" srcOrd="0" destOrd="0" presId="urn:microsoft.com/office/officeart/2016/7/layout/RepeatingBendingProcessNew"/>
    <dgm:cxn modelId="{94D698D1-EB1D-47F7-A677-61C0B3A705E0}" type="presOf" srcId="{4A2A0658-759D-4EA3-B4F8-590D37B457A0}" destId="{94915127-87D7-4353-AB59-7E98AFC7EFC9}" srcOrd="1" destOrd="0" presId="urn:microsoft.com/office/officeart/2016/7/layout/RepeatingBendingProcessNew"/>
    <dgm:cxn modelId="{84CCD0DF-42D9-4CD8-B33A-91A932E71C49}" srcId="{3919AEF8-36AC-4CA0-893E-1675D76322C5}" destId="{D98AF37B-4B6B-487E-98AF-2B8B654AA01D}" srcOrd="0" destOrd="0" parTransId="{907B0639-AE07-4649-BCEA-654AF66D1332}" sibTransId="{C1A6AE51-D4BC-44F1-A6EF-4099C3ABA654}"/>
    <dgm:cxn modelId="{16D05AF0-9991-4823-B811-E29A0D5418C6}" type="presOf" srcId="{519DEDB4-D237-4711-9190-70EF4F60B6B2}" destId="{2A76DE9D-E911-4275-841F-80E684C3B268}" srcOrd="0" destOrd="0" presId="urn:microsoft.com/office/officeart/2016/7/layout/RepeatingBendingProcessNew"/>
    <dgm:cxn modelId="{19D32876-537B-4931-8B05-D33DE57581F4}" type="presParOf" srcId="{D3C21FF5-1418-4F1F-85C0-5C823EB623E7}" destId="{270FBCE4-4A6F-44FB-A3B9-DF5444ADAC68}" srcOrd="0" destOrd="0" presId="urn:microsoft.com/office/officeart/2016/7/layout/RepeatingBendingProcessNew"/>
    <dgm:cxn modelId="{B8E3EBB4-9E93-4990-8E70-62B303D78594}" type="presParOf" srcId="{D3C21FF5-1418-4F1F-85C0-5C823EB623E7}" destId="{09AD2879-D876-473E-AAA8-B3377A78B9B1}" srcOrd="1" destOrd="0" presId="urn:microsoft.com/office/officeart/2016/7/layout/RepeatingBendingProcessNew"/>
    <dgm:cxn modelId="{B130D0CC-AA20-4DA3-A713-F625A1F52238}" type="presParOf" srcId="{09AD2879-D876-473E-AAA8-B3377A78B9B1}" destId="{AE381799-B246-42EA-9658-379DFFAAE22E}" srcOrd="0" destOrd="0" presId="urn:microsoft.com/office/officeart/2016/7/layout/RepeatingBendingProcessNew"/>
    <dgm:cxn modelId="{EF284836-F81D-446C-921F-1BB577E3C2D7}" type="presParOf" srcId="{D3C21FF5-1418-4F1F-85C0-5C823EB623E7}" destId="{8F386138-F260-40ED-B195-36E43304FC0C}" srcOrd="2" destOrd="0" presId="urn:microsoft.com/office/officeart/2016/7/layout/RepeatingBendingProcessNew"/>
    <dgm:cxn modelId="{0F4C0AEB-99AA-472E-AD25-B43F8865CA4C}" type="presParOf" srcId="{D3C21FF5-1418-4F1F-85C0-5C823EB623E7}" destId="{2A76DE9D-E911-4275-841F-80E684C3B268}" srcOrd="3" destOrd="0" presId="urn:microsoft.com/office/officeart/2016/7/layout/RepeatingBendingProcessNew"/>
    <dgm:cxn modelId="{AAC200B7-C417-485E-B777-5A3CB3A3B95A}" type="presParOf" srcId="{2A76DE9D-E911-4275-841F-80E684C3B268}" destId="{B2E86670-8657-4FB2-939F-311FDD55DED3}" srcOrd="0" destOrd="0" presId="urn:microsoft.com/office/officeart/2016/7/layout/RepeatingBendingProcessNew"/>
    <dgm:cxn modelId="{3AA7E8F6-81F0-42E8-B86C-68E8CE01136F}" type="presParOf" srcId="{D3C21FF5-1418-4F1F-85C0-5C823EB623E7}" destId="{B976C018-0B6E-4E77-83A2-DE46AC5D09C6}" srcOrd="4" destOrd="0" presId="urn:microsoft.com/office/officeart/2016/7/layout/RepeatingBendingProcessNew"/>
    <dgm:cxn modelId="{B78088DA-C08E-4330-B550-B671750EB621}" type="presParOf" srcId="{D3C21FF5-1418-4F1F-85C0-5C823EB623E7}" destId="{3FEE08EB-6249-4E0A-BDB9-168A1CBE2256}" srcOrd="5" destOrd="0" presId="urn:microsoft.com/office/officeart/2016/7/layout/RepeatingBendingProcessNew"/>
    <dgm:cxn modelId="{2BC9DB6D-010E-48B3-AB9F-96D6EB4CAB2C}" type="presParOf" srcId="{3FEE08EB-6249-4E0A-BDB9-168A1CBE2256}" destId="{94915127-87D7-4353-AB59-7E98AFC7EFC9}" srcOrd="0" destOrd="0" presId="urn:microsoft.com/office/officeart/2016/7/layout/RepeatingBendingProcessNew"/>
    <dgm:cxn modelId="{79B7BABA-D131-416C-876B-834F40C706E3}" type="presParOf" srcId="{D3C21FF5-1418-4F1F-85C0-5C823EB623E7}" destId="{9AD2B698-BB52-4CF4-BD65-B61BFE297692}" srcOrd="6" destOrd="0" presId="urn:microsoft.com/office/officeart/2016/7/layout/RepeatingBendingProcessNew"/>
    <dgm:cxn modelId="{C2C91B5B-A592-4C9C-9754-FDD58A72D77C}" type="presParOf" srcId="{D3C21FF5-1418-4F1F-85C0-5C823EB623E7}" destId="{707D7062-4DCE-4F61-94EF-A65FA35F01C7}" srcOrd="7" destOrd="0" presId="urn:microsoft.com/office/officeart/2016/7/layout/RepeatingBendingProcessNew"/>
    <dgm:cxn modelId="{64A5E11B-58EA-4CB6-8919-3CF1726B625C}" type="presParOf" srcId="{707D7062-4DCE-4F61-94EF-A65FA35F01C7}" destId="{AC4E97D7-FAFA-4CE7-A692-61D4710F2FF1}" srcOrd="0" destOrd="0" presId="urn:microsoft.com/office/officeart/2016/7/layout/RepeatingBendingProcessNew"/>
    <dgm:cxn modelId="{A58F6E6E-6A90-4563-8532-C057A7C6F9ED}" type="presParOf" srcId="{D3C21FF5-1418-4F1F-85C0-5C823EB623E7}" destId="{B45FDA3D-1DAC-4AD0-88C4-54A101C5F58C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1E1C00-EF78-473E-B46E-FD7C05BAD600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56520044-A013-4682-BA1F-A4DDF030ABAC}">
      <dgm:prSet/>
      <dgm:spPr/>
      <dgm:t>
        <a:bodyPr/>
        <a:lstStyle/>
        <a:p>
          <a:r>
            <a:rPr lang="en-US"/>
            <a:t>Movies released between 2015 and 2025</a:t>
          </a:r>
        </a:p>
      </dgm:t>
    </dgm:pt>
    <dgm:pt modelId="{D1312EAC-A88D-489F-B3D5-CCE2E3E24C83}" type="parTrans" cxnId="{4E283151-0699-4A8C-B4B6-BF17A355B4F6}">
      <dgm:prSet/>
      <dgm:spPr/>
      <dgm:t>
        <a:bodyPr/>
        <a:lstStyle/>
        <a:p>
          <a:endParaRPr lang="en-US"/>
        </a:p>
      </dgm:t>
    </dgm:pt>
    <dgm:pt modelId="{7DF7E342-5A12-4893-B397-24DFC329527A}" type="sibTrans" cxnId="{4E283151-0699-4A8C-B4B6-BF17A355B4F6}">
      <dgm:prSet/>
      <dgm:spPr/>
      <dgm:t>
        <a:bodyPr/>
        <a:lstStyle/>
        <a:p>
          <a:endParaRPr lang="en-US"/>
        </a:p>
      </dgm:t>
    </dgm:pt>
    <dgm:pt modelId="{51359ED9-8613-4A55-AA4C-EBAEE29A3F9B}">
      <dgm:prSet/>
      <dgm:spPr/>
      <dgm:t>
        <a:bodyPr/>
        <a:lstStyle/>
        <a:p>
          <a:r>
            <a:rPr lang="en-US"/>
            <a:t>Rating threshold ≥ 6.0</a:t>
          </a:r>
        </a:p>
      </dgm:t>
    </dgm:pt>
    <dgm:pt modelId="{896BB425-4446-4F4D-97E9-E91BBC693D00}" type="parTrans" cxnId="{3641445C-8185-48CF-BFAF-EDF4ED3054D8}">
      <dgm:prSet/>
      <dgm:spPr/>
      <dgm:t>
        <a:bodyPr/>
        <a:lstStyle/>
        <a:p>
          <a:endParaRPr lang="en-US"/>
        </a:p>
      </dgm:t>
    </dgm:pt>
    <dgm:pt modelId="{5B74851F-54B8-4C5B-B024-723F780FE34B}" type="sibTrans" cxnId="{3641445C-8185-48CF-BFAF-EDF4ED3054D8}">
      <dgm:prSet/>
      <dgm:spPr/>
      <dgm:t>
        <a:bodyPr/>
        <a:lstStyle/>
        <a:p>
          <a:endParaRPr lang="en-US"/>
        </a:p>
      </dgm:t>
    </dgm:pt>
    <dgm:pt modelId="{318E2919-A407-4C2B-B1A1-EEF654C09840}">
      <dgm:prSet/>
      <dgm:spPr/>
      <dgm:t>
        <a:bodyPr/>
        <a:lstStyle/>
        <a:p>
          <a:r>
            <a:rPr lang="en-US"/>
            <a:t>Minimum vote count ≥ 50</a:t>
          </a:r>
        </a:p>
      </dgm:t>
    </dgm:pt>
    <dgm:pt modelId="{77813BE2-87A4-4D55-8877-5CB318E1ECC4}" type="parTrans" cxnId="{5C1ECBC6-6217-4F39-82CD-0EFEAE88FC6C}">
      <dgm:prSet/>
      <dgm:spPr/>
      <dgm:t>
        <a:bodyPr/>
        <a:lstStyle/>
        <a:p>
          <a:endParaRPr lang="en-US"/>
        </a:p>
      </dgm:t>
    </dgm:pt>
    <dgm:pt modelId="{4DDFEC0D-68A2-4B1A-8106-02377F604BE4}" type="sibTrans" cxnId="{5C1ECBC6-6217-4F39-82CD-0EFEAE88FC6C}">
      <dgm:prSet/>
      <dgm:spPr/>
      <dgm:t>
        <a:bodyPr/>
        <a:lstStyle/>
        <a:p>
          <a:endParaRPr lang="en-US"/>
        </a:p>
      </dgm:t>
    </dgm:pt>
    <dgm:pt modelId="{314EA8AA-CFA9-4A18-95E6-202AB33BA759}">
      <dgm:prSet/>
      <dgm:spPr/>
      <dgm:t>
        <a:bodyPr/>
        <a:lstStyle/>
        <a:p>
          <a:r>
            <a:rPr lang="en-US"/>
            <a:t>Total movies collected: ~8240</a:t>
          </a:r>
        </a:p>
      </dgm:t>
    </dgm:pt>
    <dgm:pt modelId="{452514A5-9547-46E4-AACF-3008161AE9B3}" type="parTrans" cxnId="{573DB7BE-1D0F-42A6-8684-9357DB57E1C0}">
      <dgm:prSet/>
      <dgm:spPr/>
      <dgm:t>
        <a:bodyPr/>
        <a:lstStyle/>
        <a:p>
          <a:endParaRPr lang="en-US"/>
        </a:p>
      </dgm:t>
    </dgm:pt>
    <dgm:pt modelId="{A5C9E00F-256B-4FDF-8407-8B0FCF0E957F}" type="sibTrans" cxnId="{573DB7BE-1D0F-42A6-8684-9357DB57E1C0}">
      <dgm:prSet/>
      <dgm:spPr/>
      <dgm:t>
        <a:bodyPr/>
        <a:lstStyle/>
        <a:p>
          <a:endParaRPr lang="en-US"/>
        </a:p>
      </dgm:t>
    </dgm:pt>
    <dgm:pt modelId="{3E172325-43BD-4345-BE34-79A69AF2F0D0}">
      <dgm:prSet/>
      <dgm:spPr/>
      <dgm:t>
        <a:bodyPr/>
        <a:lstStyle/>
        <a:p>
          <a:r>
            <a:rPr lang="en-US"/>
            <a:t>Focus on high-quality and relevant movies</a:t>
          </a:r>
        </a:p>
      </dgm:t>
    </dgm:pt>
    <dgm:pt modelId="{DDBF31E6-DE74-4526-9C69-C1412983B391}" type="parTrans" cxnId="{FC007B0B-CDE4-4A30-998B-D44F547F7294}">
      <dgm:prSet/>
      <dgm:spPr/>
      <dgm:t>
        <a:bodyPr/>
        <a:lstStyle/>
        <a:p>
          <a:endParaRPr lang="en-US"/>
        </a:p>
      </dgm:t>
    </dgm:pt>
    <dgm:pt modelId="{7D303AC2-666C-4B16-BAF0-28D719D5B701}" type="sibTrans" cxnId="{FC007B0B-CDE4-4A30-998B-D44F547F7294}">
      <dgm:prSet/>
      <dgm:spPr/>
      <dgm:t>
        <a:bodyPr/>
        <a:lstStyle/>
        <a:p>
          <a:endParaRPr lang="en-US"/>
        </a:p>
      </dgm:t>
    </dgm:pt>
    <dgm:pt modelId="{B3A1A90E-A084-4337-9CC5-C5B2B3C7D3D8}" type="pres">
      <dgm:prSet presAssocID="{C51E1C00-EF78-473E-B46E-FD7C05BAD600}" presName="outerComposite" presStyleCnt="0">
        <dgm:presLayoutVars>
          <dgm:chMax val="5"/>
          <dgm:dir/>
          <dgm:resizeHandles val="exact"/>
        </dgm:presLayoutVars>
      </dgm:prSet>
      <dgm:spPr/>
    </dgm:pt>
    <dgm:pt modelId="{CFCAFC9A-EBC7-468A-9CD5-1F11A9F32C7E}" type="pres">
      <dgm:prSet presAssocID="{C51E1C00-EF78-473E-B46E-FD7C05BAD600}" presName="dummyMaxCanvas" presStyleCnt="0">
        <dgm:presLayoutVars/>
      </dgm:prSet>
      <dgm:spPr/>
    </dgm:pt>
    <dgm:pt modelId="{2C67B166-0609-4AE3-B24B-BE1BB8CC3DED}" type="pres">
      <dgm:prSet presAssocID="{C51E1C00-EF78-473E-B46E-FD7C05BAD600}" presName="FiveNodes_1" presStyleLbl="node1" presStyleIdx="0" presStyleCnt="5">
        <dgm:presLayoutVars>
          <dgm:bulletEnabled val="1"/>
        </dgm:presLayoutVars>
      </dgm:prSet>
      <dgm:spPr/>
    </dgm:pt>
    <dgm:pt modelId="{3A8D5086-B28B-4980-82AA-8139BA32EB1C}" type="pres">
      <dgm:prSet presAssocID="{C51E1C00-EF78-473E-B46E-FD7C05BAD600}" presName="FiveNodes_2" presStyleLbl="node1" presStyleIdx="1" presStyleCnt="5">
        <dgm:presLayoutVars>
          <dgm:bulletEnabled val="1"/>
        </dgm:presLayoutVars>
      </dgm:prSet>
      <dgm:spPr/>
    </dgm:pt>
    <dgm:pt modelId="{7856FB8E-49E7-4BF3-95CD-9237D2B12976}" type="pres">
      <dgm:prSet presAssocID="{C51E1C00-EF78-473E-B46E-FD7C05BAD600}" presName="FiveNodes_3" presStyleLbl="node1" presStyleIdx="2" presStyleCnt="5">
        <dgm:presLayoutVars>
          <dgm:bulletEnabled val="1"/>
        </dgm:presLayoutVars>
      </dgm:prSet>
      <dgm:spPr/>
    </dgm:pt>
    <dgm:pt modelId="{6BD7E484-3CBC-48DC-AFB9-DA11E97EDFDA}" type="pres">
      <dgm:prSet presAssocID="{C51E1C00-EF78-473E-B46E-FD7C05BAD600}" presName="FiveNodes_4" presStyleLbl="node1" presStyleIdx="3" presStyleCnt="5">
        <dgm:presLayoutVars>
          <dgm:bulletEnabled val="1"/>
        </dgm:presLayoutVars>
      </dgm:prSet>
      <dgm:spPr/>
    </dgm:pt>
    <dgm:pt modelId="{20F433F2-9D0B-4351-B07E-D095689A18F9}" type="pres">
      <dgm:prSet presAssocID="{C51E1C00-EF78-473E-B46E-FD7C05BAD600}" presName="FiveNodes_5" presStyleLbl="node1" presStyleIdx="4" presStyleCnt="5">
        <dgm:presLayoutVars>
          <dgm:bulletEnabled val="1"/>
        </dgm:presLayoutVars>
      </dgm:prSet>
      <dgm:spPr/>
    </dgm:pt>
    <dgm:pt modelId="{74B79533-FB70-4D5D-84FC-716C22FE803B}" type="pres">
      <dgm:prSet presAssocID="{C51E1C00-EF78-473E-B46E-FD7C05BAD600}" presName="FiveConn_1-2" presStyleLbl="fgAccFollowNode1" presStyleIdx="0" presStyleCnt="4">
        <dgm:presLayoutVars>
          <dgm:bulletEnabled val="1"/>
        </dgm:presLayoutVars>
      </dgm:prSet>
      <dgm:spPr/>
    </dgm:pt>
    <dgm:pt modelId="{FB379C3E-16B6-4C59-8969-C328818F5D5C}" type="pres">
      <dgm:prSet presAssocID="{C51E1C00-EF78-473E-B46E-FD7C05BAD600}" presName="FiveConn_2-3" presStyleLbl="fgAccFollowNode1" presStyleIdx="1" presStyleCnt="4">
        <dgm:presLayoutVars>
          <dgm:bulletEnabled val="1"/>
        </dgm:presLayoutVars>
      </dgm:prSet>
      <dgm:spPr/>
    </dgm:pt>
    <dgm:pt modelId="{5FFE3E90-AFDC-4405-93DF-ABCF0AAE4E6F}" type="pres">
      <dgm:prSet presAssocID="{C51E1C00-EF78-473E-B46E-FD7C05BAD600}" presName="FiveConn_3-4" presStyleLbl="fgAccFollowNode1" presStyleIdx="2" presStyleCnt="4">
        <dgm:presLayoutVars>
          <dgm:bulletEnabled val="1"/>
        </dgm:presLayoutVars>
      </dgm:prSet>
      <dgm:spPr/>
    </dgm:pt>
    <dgm:pt modelId="{7A6BC27F-1B12-4076-BDBB-8A267C49883C}" type="pres">
      <dgm:prSet presAssocID="{C51E1C00-EF78-473E-B46E-FD7C05BAD600}" presName="FiveConn_4-5" presStyleLbl="fgAccFollowNode1" presStyleIdx="3" presStyleCnt="4">
        <dgm:presLayoutVars>
          <dgm:bulletEnabled val="1"/>
        </dgm:presLayoutVars>
      </dgm:prSet>
      <dgm:spPr/>
    </dgm:pt>
    <dgm:pt modelId="{5B40B570-B922-4679-A815-0C8ACD08343B}" type="pres">
      <dgm:prSet presAssocID="{C51E1C00-EF78-473E-B46E-FD7C05BAD600}" presName="FiveNodes_1_text" presStyleLbl="node1" presStyleIdx="4" presStyleCnt="5">
        <dgm:presLayoutVars>
          <dgm:bulletEnabled val="1"/>
        </dgm:presLayoutVars>
      </dgm:prSet>
      <dgm:spPr/>
    </dgm:pt>
    <dgm:pt modelId="{42048F79-037E-4C14-AED2-C297128A4052}" type="pres">
      <dgm:prSet presAssocID="{C51E1C00-EF78-473E-B46E-FD7C05BAD600}" presName="FiveNodes_2_text" presStyleLbl="node1" presStyleIdx="4" presStyleCnt="5">
        <dgm:presLayoutVars>
          <dgm:bulletEnabled val="1"/>
        </dgm:presLayoutVars>
      </dgm:prSet>
      <dgm:spPr/>
    </dgm:pt>
    <dgm:pt modelId="{EF6C1467-A966-4511-9967-8E3AB8D485C3}" type="pres">
      <dgm:prSet presAssocID="{C51E1C00-EF78-473E-B46E-FD7C05BAD600}" presName="FiveNodes_3_text" presStyleLbl="node1" presStyleIdx="4" presStyleCnt="5">
        <dgm:presLayoutVars>
          <dgm:bulletEnabled val="1"/>
        </dgm:presLayoutVars>
      </dgm:prSet>
      <dgm:spPr/>
    </dgm:pt>
    <dgm:pt modelId="{AC7C79F2-CBC5-487D-A899-E5934ED6D818}" type="pres">
      <dgm:prSet presAssocID="{C51E1C00-EF78-473E-B46E-FD7C05BAD600}" presName="FiveNodes_4_text" presStyleLbl="node1" presStyleIdx="4" presStyleCnt="5">
        <dgm:presLayoutVars>
          <dgm:bulletEnabled val="1"/>
        </dgm:presLayoutVars>
      </dgm:prSet>
      <dgm:spPr/>
    </dgm:pt>
    <dgm:pt modelId="{3955F7E4-B265-4077-AA91-3BAAFDDCE226}" type="pres">
      <dgm:prSet presAssocID="{C51E1C00-EF78-473E-B46E-FD7C05BAD60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C007B0B-CDE4-4A30-998B-D44F547F7294}" srcId="{C51E1C00-EF78-473E-B46E-FD7C05BAD600}" destId="{3E172325-43BD-4345-BE34-79A69AF2F0D0}" srcOrd="4" destOrd="0" parTransId="{DDBF31E6-DE74-4526-9C69-C1412983B391}" sibTransId="{7D303AC2-666C-4B16-BAF0-28D719D5B701}"/>
    <dgm:cxn modelId="{0569F211-DDD3-4F82-A92F-43AECA0CEECD}" type="presOf" srcId="{318E2919-A407-4C2B-B1A1-EEF654C09840}" destId="{EF6C1467-A966-4511-9967-8E3AB8D485C3}" srcOrd="1" destOrd="0" presId="urn:microsoft.com/office/officeart/2005/8/layout/vProcess5"/>
    <dgm:cxn modelId="{5900E92A-79E2-484E-BE4B-C0E2CA76A447}" type="presOf" srcId="{5B74851F-54B8-4C5B-B024-723F780FE34B}" destId="{FB379C3E-16B6-4C59-8969-C328818F5D5C}" srcOrd="0" destOrd="0" presId="urn:microsoft.com/office/officeart/2005/8/layout/vProcess5"/>
    <dgm:cxn modelId="{94D5EA3F-BFA8-4AEF-AC43-9207B17F0731}" type="presOf" srcId="{4DDFEC0D-68A2-4B1A-8106-02377F604BE4}" destId="{5FFE3E90-AFDC-4405-93DF-ABCF0AAE4E6F}" srcOrd="0" destOrd="0" presId="urn:microsoft.com/office/officeart/2005/8/layout/vProcess5"/>
    <dgm:cxn modelId="{AA42385B-BE17-411B-943D-88217007E6F6}" type="presOf" srcId="{51359ED9-8613-4A55-AA4C-EBAEE29A3F9B}" destId="{3A8D5086-B28B-4980-82AA-8139BA32EB1C}" srcOrd="0" destOrd="0" presId="urn:microsoft.com/office/officeart/2005/8/layout/vProcess5"/>
    <dgm:cxn modelId="{3641445C-8185-48CF-BFAF-EDF4ED3054D8}" srcId="{C51E1C00-EF78-473E-B46E-FD7C05BAD600}" destId="{51359ED9-8613-4A55-AA4C-EBAEE29A3F9B}" srcOrd="1" destOrd="0" parTransId="{896BB425-4446-4F4D-97E9-E91BBC693D00}" sibTransId="{5B74851F-54B8-4C5B-B024-723F780FE34B}"/>
    <dgm:cxn modelId="{3740705F-73B4-4D24-85B0-BD351F3E2B6B}" type="presOf" srcId="{56520044-A013-4682-BA1F-A4DDF030ABAC}" destId="{2C67B166-0609-4AE3-B24B-BE1BB8CC3DED}" srcOrd="0" destOrd="0" presId="urn:microsoft.com/office/officeart/2005/8/layout/vProcess5"/>
    <dgm:cxn modelId="{08356365-FB7B-429C-8434-44D71BB7C047}" type="presOf" srcId="{C51E1C00-EF78-473E-B46E-FD7C05BAD600}" destId="{B3A1A90E-A084-4337-9CC5-C5B2B3C7D3D8}" srcOrd="0" destOrd="0" presId="urn:microsoft.com/office/officeart/2005/8/layout/vProcess5"/>
    <dgm:cxn modelId="{4C94E04E-1EFD-4261-8C58-612DD1597AC3}" type="presOf" srcId="{7DF7E342-5A12-4893-B397-24DFC329527A}" destId="{74B79533-FB70-4D5D-84FC-716C22FE803B}" srcOrd="0" destOrd="0" presId="urn:microsoft.com/office/officeart/2005/8/layout/vProcess5"/>
    <dgm:cxn modelId="{4E283151-0699-4A8C-B4B6-BF17A355B4F6}" srcId="{C51E1C00-EF78-473E-B46E-FD7C05BAD600}" destId="{56520044-A013-4682-BA1F-A4DDF030ABAC}" srcOrd="0" destOrd="0" parTransId="{D1312EAC-A88D-489F-B3D5-CCE2E3E24C83}" sibTransId="{7DF7E342-5A12-4893-B397-24DFC329527A}"/>
    <dgm:cxn modelId="{1D0DE451-2A14-4952-ADF6-A2E1C6C99B83}" type="presOf" srcId="{3E172325-43BD-4345-BE34-79A69AF2F0D0}" destId="{20F433F2-9D0B-4351-B07E-D095689A18F9}" srcOrd="0" destOrd="0" presId="urn:microsoft.com/office/officeart/2005/8/layout/vProcess5"/>
    <dgm:cxn modelId="{7766E479-2835-4619-A19C-C34E50301D4C}" type="presOf" srcId="{A5C9E00F-256B-4FDF-8407-8B0FCF0E957F}" destId="{7A6BC27F-1B12-4076-BDBB-8A267C49883C}" srcOrd="0" destOrd="0" presId="urn:microsoft.com/office/officeart/2005/8/layout/vProcess5"/>
    <dgm:cxn modelId="{68BFF059-3E5E-48D1-BF96-0872664A0E6B}" type="presOf" srcId="{318E2919-A407-4C2B-B1A1-EEF654C09840}" destId="{7856FB8E-49E7-4BF3-95CD-9237D2B12976}" srcOrd="0" destOrd="0" presId="urn:microsoft.com/office/officeart/2005/8/layout/vProcess5"/>
    <dgm:cxn modelId="{3412D385-6EA0-4103-983F-F78459FD4CEE}" type="presOf" srcId="{314EA8AA-CFA9-4A18-95E6-202AB33BA759}" destId="{AC7C79F2-CBC5-487D-A899-E5934ED6D818}" srcOrd="1" destOrd="0" presId="urn:microsoft.com/office/officeart/2005/8/layout/vProcess5"/>
    <dgm:cxn modelId="{F5FED5AE-2E41-4E8A-9239-AE87A4A04C9A}" type="presOf" srcId="{51359ED9-8613-4A55-AA4C-EBAEE29A3F9B}" destId="{42048F79-037E-4C14-AED2-C297128A4052}" srcOrd="1" destOrd="0" presId="urn:microsoft.com/office/officeart/2005/8/layout/vProcess5"/>
    <dgm:cxn modelId="{573DB7BE-1D0F-42A6-8684-9357DB57E1C0}" srcId="{C51E1C00-EF78-473E-B46E-FD7C05BAD600}" destId="{314EA8AA-CFA9-4A18-95E6-202AB33BA759}" srcOrd="3" destOrd="0" parTransId="{452514A5-9547-46E4-AACF-3008161AE9B3}" sibTransId="{A5C9E00F-256B-4FDF-8407-8B0FCF0E957F}"/>
    <dgm:cxn modelId="{5C1ECBC6-6217-4F39-82CD-0EFEAE88FC6C}" srcId="{C51E1C00-EF78-473E-B46E-FD7C05BAD600}" destId="{318E2919-A407-4C2B-B1A1-EEF654C09840}" srcOrd="2" destOrd="0" parTransId="{77813BE2-87A4-4D55-8877-5CB318E1ECC4}" sibTransId="{4DDFEC0D-68A2-4B1A-8106-02377F604BE4}"/>
    <dgm:cxn modelId="{9D55EFDE-D9E5-4473-BECE-88F1B376730D}" type="presOf" srcId="{3E172325-43BD-4345-BE34-79A69AF2F0D0}" destId="{3955F7E4-B265-4077-AA91-3BAAFDDCE226}" srcOrd="1" destOrd="0" presId="urn:microsoft.com/office/officeart/2005/8/layout/vProcess5"/>
    <dgm:cxn modelId="{C343BCEC-922D-4B33-BA7A-FD49D2441DEC}" type="presOf" srcId="{314EA8AA-CFA9-4A18-95E6-202AB33BA759}" destId="{6BD7E484-3CBC-48DC-AFB9-DA11E97EDFDA}" srcOrd="0" destOrd="0" presId="urn:microsoft.com/office/officeart/2005/8/layout/vProcess5"/>
    <dgm:cxn modelId="{674086F2-A7EC-4F96-AE34-F3334B01587A}" type="presOf" srcId="{56520044-A013-4682-BA1F-A4DDF030ABAC}" destId="{5B40B570-B922-4679-A815-0C8ACD08343B}" srcOrd="1" destOrd="0" presId="urn:microsoft.com/office/officeart/2005/8/layout/vProcess5"/>
    <dgm:cxn modelId="{DC171F20-356C-45A9-BDBE-F483DB843572}" type="presParOf" srcId="{B3A1A90E-A084-4337-9CC5-C5B2B3C7D3D8}" destId="{CFCAFC9A-EBC7-468A-9CD5-1F11A9F32C7E}" srcOrd="0" destOrd="0" presId="urn:microsoft.com/office/officeart/2005/8/layout/vProcess5"/>
    <dgm:cxn modelId="{ED8B35B0-0E41-4076-9107-7FC732505EB3}" type="presParOf" srcId="{B3A1A90E-A084-4337-9CC5-C5B2B3C7D3D8}" destId="{2C67B166-0609-4AE3-B24B-BE1BB8CC3DED}" srcOrd="1" destOrd="0" presId="urn:microsoft.com/office/officeart/2005/8/layout/vProcess5"/>
    <dgm:cxn modelId="{270C9673-9B0B-4C68-AA3A-2E907193AA47}" type="presParOf" srcId="{B3A1A90E-A084-4337-9CC5-C5B2B3C7D3D8}" destId="{3A8D5086-B28B-4980-82AA-8139BA32EB1C}" srcOrd="2" destOrd="0" presId="urn:microsoft.com/office/officeart/2005/8/layout/vProcess5"/>
    <dgm:cxn modelId="{C1D09B25-6550-4CBB-971B-F8BFB76AE7F2}" type="presParOf" srcId="{B3A1A90E-A084-4337-9CC5-C5B2B3C7D3D8}" destId="{7856FB8E-49E7-4BF3-95CD-9237D2B12976}" srcOrd="3" destOrd="0" presId="urn:microsoft.com/office/officeart/2005/8/layout/vProcess5"/>
    <dgm:cxn modelId="{EBBA46FC-FC84-491A-9DA5-279606D1D84B}" type="presParOf" srcId="{B3A1A90E-A084-4337-9CC5-C5B2B3C7D3D8}" destId="{6BD7E484-3CBC-48DC-AFB9-DA11E97EDFDA}" srcOrd="4" destOrd="0" presId="urn:microsoft.com/office/officeart/2005/8/layout/vProcess5"/>
    <dgm:cxn modelId="{07C35700-6A15-405D-A5DC-9858E2AC7A1F}" type="presParOf" srcId="{B3A1A90E-A084-4337-9CC5-C5B2B3C7D3D8}" destId="{20F433F2-9D0B-4351-B07E-D095689A18F9}" srcOrd="5" destOrd="0" presId="urn:microsoft.com/office/officeart/2005/8/layout/vProcess5"/>
    <dgm:cxn modelId="{0C6901D8-B8E7-46DF-A583-E766C31D3E1B}" type="presParOf" srcId="{B3A1A90E-A084-4337-9CC5-C5B2B3C7D3D8}" destId="{74B79533-FB70-4D5D-84FC-716C22FE803B}" srcOrd="6" destOrd="0" presId="urn:microsoft.com/office/officeart/2005/8/layout/vProcess5"/>
    <dgm:cxn modelId="{2C080189-9DA1-4D4E-A98E-8F8CB140A8CB}" type="presParOf" srcId="{B3A1A90E-A084-4337-9CC5-C5B2B3C7D3D8}" destId="{FB379C3E-16B6-4C59-8969-C328818F5D5C}" srcOrd="7" destOrd="0" presId="urn:microsoft.com/office/officeart/2005/8/layout/vProcess5"/>
    <dgm:cxn modelId="{CDDAA61B-A3F7-4820-93AB-74A798D4A6F3}" type="presParOf" srcId="{B3A1A90E-A084-4337-9CC5-C5B2B3C7D3D8}" destId="{5FFE3E90-AFDC-4405-93DF-ABCF0AAE4E6F}" srcOrd="8" destOrd="0" presId="urn:microsoft.com/office/officeart/2005/8/layout/vProcess5"/>
    <dgm:cxn modelId="{2368AEA6-AA41-4FE0-A0DE-D61B841F478E}" type="presParOf" srcId="{B3A1A90E-A084-4337-9CC5-C5B2B3C7D3D8}" destId="{7A6BC27F-1B12-4076-BDBB-8A267C49883C}" srcOrd="9" destOrd="0" presId="urn:microsoft.com/office/officeart/2005/8/layout/vProcess5"/>
    <dgm:cxn modelId="{978CD2F5-066F-4E91-8040-6A8372EF2E64}" type="presParOf" srcId="{B3A1A90E-A084-4337-9CC5-C5B2B3C7D3D8}" destId="{5B40B570-B922-4679-A815-0C8ACD08343B}" srcOrd="10" destOrd="0" presId="urn:microsoft.com/office/officeart/2005/8/layout/vProcess5"/>
    <dgm:cxn modelId="{E2831FC6-BC12-41F0-AE3F-B720DFE0BC19}" type="presParOf" srcId="{B3A1A90E-A084-4337-9CC5-C5B2B3C7D3D8}" destId="{42048F79-037E-4C14-AED2-C297128A4052}" srcOrd="11" destOrd="0" presId="urn:microsoft.com/office/officeart/2005/8/layout/vProcess5"/>
    <dgm:cxn modelId="{966EC1C8-0565-4BED-8DC6-28AE4C89EEC2}" type="presParOf" srcId="{B3A1A90E-A084-4337-9CC5-C5B2B3C7D3D8}" destId="{EF6C1467-A966-4511-9967-8E3AB8D485C3}" srcOrd="12" destOrd="0" presId="urn:microsoft.com/office/officeart/2005/8/layout/vProcess5"/>
    <dgm:cxn modelId="{F9E1B245-0B3F-4608-AF18-8DE79646998C}" type="presParOf" srcId="{B3A1A90E-A084-4337-9CC5-C5B2B3C7D3D8}" destId="{AC7C79F2-CBC5-487D-A899-E5934ED6D818}" srcOrd="13" destOrd="0" presId="urn:microsoft.com/office/officeart/2005/8/layout/vProcess5"/>
    <dgm:cxn modelId="{59D6BA28-639B-451C-8322-49EBC714405D}" type="presParOf" srcId="{B3A1A90E-A084-4337-9CC5-C5B2B3C7D3D8}" destId="{3955F7E4-B265-4077-AA91-3BAAFDDCE22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191F0C-8218-4346-BE0E-8C086A70F238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763B31E-FF77-4A11-9AD1-47FB05DD018A}">
      <dgm:prSet/>
      <dgm:spPr/>
      <dgm:t>
        <a:bodyPr/>
        <a:lstStyle/>
        <a:p>
          <a:r>
            <a:rPr lang="en-US" dirty="0"/>
            <a:t>TMDB API used for movie metadata</a:t>
          </a:r>
        </a:p>
      </dgm:t>
    </dgm:pt>
    <dgm:pt modelId="{BCEF4B88-EEB6-45A8-9351-12CC54B87EE1}" type="parTrans" cxnId="{516E5B0E-0544-4A3F-879B-97F9530504A5}">
      <dgm:prSet/>
      <dgm:spPr/>
      <dgm:t>
        <a:bodyPr/>
        <a:lstStyle/>
        <a:p>
          <a:endParaRPr lang="en-US"/>
        </a:p>
      </dgm:t>
    </dgm:pt>
    <dgm:pt modelId="{747F3858-9F5D-48F9-8537-D2D84EB29BFC}" type="sibTrans" cxnId="{516E5B0E-0544-4A3F-879B-97F9530504A5}">
      <dgm:prSet/>
      <dgm:spPr/>
      <dgm:t>
        <a:bodyPr/>
        <a:lstStyle/>
        <a:p>
          <a:endParaRPr lang="en-US"/>
        </a:p>
      </dgm:t>
    </dgm:pt>
    <dgm:pt modelId="{70B719BB-9DD0-4057-8DCF-944251C68BB2}">
      <dgm:prSet/>
      <dgm:spPr/>
      <dgm:t>
        <a:bodyPr/>
        <a:lstStyle/>
        <a:p>
          <a:r>
            <a:rPr lang="en-US"/>
            <a:t>MovieLens dataset used for user ratings</a:t>
          </a:r>
        </a:p>
      </dgm:t>
    </dgm:pt>
    <dgm:pt modelId="{EDFF5802-0B0C-4F38-B5E8-77003C863389}" type="parTrans" cxnId="{36EEFF83-B895-4DEE-8E9D-137E8ABE60C0}">
      <dgm:prSet/>
      <dgm:spPr/>
      <dgm:t>
        <a:bodyPr/>
        <a:lstStyle/>
        <a:p>
          <a:endParaRPr lang="en-US"/>
        </a:p>
      </dgm:t>
    </dgm:pt>
    <dgm:pt modelId="{3026FB04-4A6E-49DF-B791-546A3F3F6FFB}" type="sibTrans" cxnId="{36EEFF83-B895-4DEE-8E9D-137E8ABE60C0}">
      <dgm:prSet/>
      <dgm:spPr/>
      <dgm:t>
        <a:bodyPr/>
        <a:lstStyle/>
        <a:p>
          <a:endParaRPr lang="en-US"/>
        </a:p>
      </dgm:t>
    </dgm:pt>
    <dgm:pt modelId="{2A2316AA-5862-49E2-98CC-49A12524DC7D}">
      <dgm:prSet/>
      <dgm:spPr/>
      <dgm:t>
        <a:bodyPr/>
        <a:lstStyle/>
        <a:p>
          <a:r>
            <a:rPr lang="en-US"/>
            <a:t>IMDb scraping implemented for additional data</a:t>
          </a:r>
        </a:p>
      </dgm:t>
    </dgm:pt>
    <dgm:pt modelId="{F48DD1A5-360E-48D8-A399-FEB9BFA98F4F}" type="parTrans" cxnId="{1952F80A-E8D1-4EF0-874E-A5131A4397BA}">
      <dgm:prSet/>
      <dgm:spPr/>
      <dgm:t>
        <a:bodyPr/>
        <a:lstStyle/>
        <a:p>
          <a:endParaRPr lang="en-US"/>
        </a:p>
      </dgm:t>
    </dgm:pt>
    <dgm:pt modelId="{514D2C6F-8A38-41C0-A00B-2F8667D1BEB9}" type="sibTrans" cxnId="{1952F80A-E8D1-4EF0-874E-A5131A4397BA}">
      <dgm:prSet/>
      <dgm:spPr/>
      <dgm:t>
        <a:bodyPr/>
        <a:lstStyle/>
        <a:p>
          <a:endParaRPr lang="en-US"/>
        </a:p>
      </dgm:t>
    </dgm:pt>
    <dgm:pt modelId="{96B0B0DA-D161-47FE-9B5A-61788204F19A}">
      <dgm:prSet/>
      <dgm:spPr/>
      <dgm:t>
        <a:bodyPr/>
        <a:lstStyle/>
        <a:p>
          <a:r>
            <a:rPr lang="en-US"/>
            <a:t>Ethical and rate-limited data collection</a:t>
          </a:r>
        </a:p>
      </dgm:t>
    </dgm:pt>
    <dgm:pt modelId="{C960F20B-516A-4B43-8983-A2C2B44AEE56}" type="parTrans" cxnId="{0650781F-06DF-4335-9575-06BFF7B3EFBB}">
      <dgm:prSet/>
      <dgm:spPr/>
      <dgm:t>
        <a:bodyPr/>
        <a:lstStyle/>
        <a:p>
          <a:endParaRPr lang="en-US"/>
        </a:p>
      </dgm:t>
    </dgm:pt>
    <dgm:pt modelId="{3CB9BB69-9B86-4084-8C05-55220EEA4F8F}" type="sibTrans" cxnId="{0650781F-06DF-4335-9575-06BFF7B3EFBB}">
      <dgm:prSet/>
      <dgm:spPr/>
      <dgm:t>
        <a:bodyPr/>
        <a:lstStyle/>
        <a:p>
          <a:endParaRPr lang="en-US"/>
        </a:p>
      </dgm:t>
    </dgm:pt>
    <dgm:pt modelId="{200C739F-314B-4522-9E86-5A3DC5C3E499}" type="pres">
      <dgm:prSet presAssocID="{B6191F0C-8218-4346-BE0E-8C086A70F2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368CD5-5655-4F54-8DBB-FD595AA5BE70}" type="pres">
      <dgm:prSet presAssocID="{2763B31E-FF77-4A11-9AD1-47FB05DD018A}" presName="hierRoot1" presStyleCnt="0"/>
      <dgm:spPr/>
    </dgm:pt>
    <dgm:pt modelId="{D0DBF1C7-6744-4C63-9CFD-2198D41587A5}" type="pres">
      <dgm:prSet presAssocID="{2763B31E-FF77-4A11-9AD1-47FB05DD018A}" presName="composite" presStyleCnt="0"/>
      <dgm:spPr/>
    </dgm:pt>
    <dgm:pt modelId="{865105F6-AF3C-40EF-B0F7-F6C4EB89576F}" type="pres">
      <dgm:prSet presAssocID="{2763B31E-FF77-4A11-9AD1-47FB05DD018A}" presName="background" presStyleLbl="node0" presStyleIdx="0" presStyleCnt="4"/>
      <dgm:spPr/>
    </dgm:pt>
    <dgm:pt modelId="{73B12BDA-B71B-4A11-AB7F-4F14462F773F}" type="pres">
      <dgm:prSet presAssocID="{2763B31E-FF77-4A11-9AD1-47FB05DD018A}" presName="text" presStyleLbl="fgAcc0" presStyleIdx="0" presStyleCnt="4">
        <dgm:presLayoutVars>
          <dgm:chPref val="3"/>
        </dgm:presLayoutVars>
      </dgm:prSet>
      <dgm:spPr/>
    </dgm:pt>
    <dgm:pt modelId="{DACA0F83-BC32-4621-9988-A9DF6A5E705D}" type="pres">
      <dgm:prSet presAssocID="{2763B31E-FF77-4A11-9AD1-47FB05DD018A}" presName="hierChild2" presStyleCnt="0"/>
      <dgm:spPr/>
    </dgm:pt>
    <dgm:pt modelId="{4D16319E-C28D-4EB4-87B4-14F6EEE20B51}" type="pres">
      <dgm:prSet presAssocID="{70B719BB-9DD0-4057-8DCF-944251C68BB2}" presName="hierRoot1" presStyleCnt="0"/>
      <dgm:spPr/>
    </dgm:pt>
    <dgm:pt modelId="{A0357FE2-930F-4D91-990F-D4BE9F594624}" type="pres">
      <dgm:prSet presAssocID="{70B719BB-9DD0-4057-8DCF-944251C68BB2}" presName="composite" presStyleCnt="0"/>
      <dgm:spPr/>
    </dgm:pt>
    <dgm:pt modelId="{D53141B4-74EE-4B00-B5F8-514642CDBC36}" type="pres">
      <dgm:prSet presAssocID="{70B719BB-9DD0-4057-8DCF-944251C68BB2}" presName="background" presStyleLbl="node0" presStyleIdx="1" presStyleCnt="4"/>
      <dgm:spPr/>
    </dgm:pt>
    <dgm:pt modelId="{218C53D8-DC7D-47F9-918B-196632E9E153}" type="pres">
      <dgm:prSet presAssocID="{70B719BB-9DD0-4057-8DCF-944251C68BB2}" presName="text" presStyleLbl="fgAcc0" presStyleIdx="1" presStyleCnt="4">
        <dgm:presLayoutVars>
          <dgm:chPref val="3"/>
        </dgm:presLayoutVars>
      </dgm:prSet>
      <dgm:spPr/>
    </dgm:pt>
    <dgm:pt modelId="{27AB159E-173F-46BB-BD34-B0B424EFF292}" type="pres">
      <dgm:prSet presAssocID="{70B719BB-9DD0-4057-8DCF-944251C68BB2}" presName="hierChild2" presStyleCnt="0"/>
      <dgm:spPr/>
    </dgm:pt>
    <dgm:pt modelId="{9EF23E7A-0FAE-42F4-BF25-FA08FA85E170}" type="pres">
      <dgm:prSet presAssocID="{2A2316AA-5862-49E2-98CC-49A12524DC7D}" presName="hierRoot1" presStyleCnt="0"/>
      <dgm:spPr/>
    </dgm:pt>
    <dgm:pt modelId="{695AB9D0-78D4-421F-9AB7-8F8CF5EB3FBD}" type="pres">
      <dgm:prSet presAssocID="{2A2316AA-5862-49E2-98CC-49A12524DC7D}" presName="composite" presStyleCnt="0"/>
      <dgm:spPr/>
    </dgm:pt>
    <dgm:pt modelId="{68105729-F2AE-436B-BBA4-37353739B6F5}" type="pres">
      <dgm:prSet presAssocID="{2A2316AA-5862-49E2-98CC-49A12524DC7D}" presName="background" presStyleLbl="node0" presStyleIdx="2" presStyleCnt="4"/>
      <dgm:spPr/>
    </dgm:pt>
    <dgm:pt modelId="{10E4A3D8-1AA6-43D9-86FB-76971DA2758D}" type="pres">
      <dgm:prSet presAssocID="{2A2316AA-5862-49E2-98CC-49A12524DC7D}" presName="text" presStyleLbl="fgAcc0" presStyleIdx="2" presStyleCnt="4">
        <dgm:presLayoutVars>
          <dgm:chPref val="3"/>
        </dgm:presLayoutVars>
      </dgm:prSet>
      <dgm:spPr/>
    </dgm:pt>
    <dgm:pt modelId="{ABB620D8-F244-4FED-9F22-CC4DF169E36F}" type="pres">
      <dgm:prSet presAssocID="{2A2316AA-5862-49E2-98CC-49A12524DC7D}" presName="hierChild2" presStyleCnt="0"/>
      <dgm:spPr/>
    </dgm:pt>
    <dgm:pt modelId="{11319941-7558-433B-8F09-53A43ACBE62E}" type="pres">
      <dgm:prSet presAssocID="{96B0B0DA-D161-47FE-9B5A-61788204F19A}" presName="hierRoot1" presStyleCnt="0"/>
      <dgm:spPr/>
    </dgm:pt>
    <dgm:pt modelId="{AB0D380F-44EA-430E-AF12-E4066F5B4AD1}" type="pres">
      <dgm:prSet presAssocID="{96B0B0DA-D161-47FE-9B5A-61788204F19A}" presName="composite" presStyleCnt="0"/>
      <dgm:spPr/>
    </dgm:pt>
    <dgm:pt modelId="{A60AA9E2-3270-486B-9CBA-B8066F63A8FC}" type="pres">
      <dgm:prSet presAssocID="{96B0B0DA-D161-47FE-9B5A-61788204F19A}" presName="background" presStyleLbl="node0" presStyleIdx="3" presStyleCnt="4"/>
      <dgm:spPr/>
    </dgm:pt>
    <dgm:pt modelId="{5A83729D-6F3F-4BDD-BBD0-CDC495750F33}" type="pres">
      <dgm:prSet presAssocID="{96B0B0DA-D161-47FE-9B5A-61788204F19A}" presName="text" presStyleLbl="fgAcc0" presStyleIdx="3" presStyleCnt="4">
        <dgm:presLayoutVars>
          <dgm:chPref val="3"/>
        </dgm:presLayoutVars>
      </dgm:prSet>
      <dgm:spPr/>
    </dgm:pt>
    <dgm:pt modelId="{880E1B55-B2FC-4A79-ABC8-461766FF8E6A}" type="pres">
      <dgm:prSet presAssocID="{96B0B0DA-D161-47FE-9B5A-61788204F19A}" presName="hierChild2" presStyleCnt="0"/>
      <dgm:spPr/>
    </dgm:pt>
  </dgm:ptLst>
  <dgm:cxnLst>
    <dgm:cxn modelId="{1952F80A-E8D1-4EF0-874E-A5131A4397BA}" srcId="{B6191F0C-8218-4346-BE0E-8C086A70F238}" destId="{2A2316AA-5862-49E2-98CC-49A12524DC7D}" srcOrd="2" destOrd="0" parTransId="{F48DD1A5-360E-48D8-A399-FEB9BFA98F4F}" sibTransId="{514D2C6F-8A38-41C0-A00B-2F8667D1BEB9}"/>
    <dgm:cxn modelId="{516E5B0E-0544-4A3F-879B-97F9530504A5}" srcId="{B6191F0C-8218-4346-BE0E-8C086A70F238}" destId="{2763B31E-FF77-4A11-9AD1-47FB05DD018A}" srcOrd="0" destOrd="0" parTransId="{BCEF4B88-EEB6-45A8-9351-12CC54B87EE1}" sibTransId="{747F3858-9F5D-48F9-8537-D2D84EB29BFC}"/>
    <dgm:cxn modelId="{21A15716-4C78-473E-BAF4-1058EBF7E6C1}" type="presOf" srcId="{2763B31E-FF77-4A11-9AD1-47FB05DD018A}" destId="{73B12BDA-B71B-4A11-AB7F-4F14462F773F}" srcOrd="0" destOrd="0" presId="urn:microsoft.com/office/officeart/2005/8/layout/hierarchy1"/>
    <dgm:cxn modelId="{0650781F-06DF-4335-9575-06BFF7B3EFBB}" srcId="{B6191F0C-8218-4346-BE0E-8C086A70F238}" destId="{96B0B0DA-D161-47FE-9B5A-61788204F19A}" srcOrd="3" destOrd="0" parTransId="{C960F20B-516A-4B43-8983-A2C2B44AEE56}" sibTransId="{3CB9BB69-9B86-4084-8C05-55220EEA4F8F}"/>
    <dgm:cxn modelId="{C737743C-8C4D-4ACA-AB3B-59CA033EAB72}" type="presOf" srcId="{96B0B0DA-D161-47FE-9B5A-61788204F19A}" destId="{5A83729D-6F3F-4BDD-BBD0-CDC495750F33}" srcOrd="0" destOrd="0" presId="urn:microsoft.com/office/officeart/2005/8/layout/hierarchy1"/>
    <dgm:cxn modelId="{FCDAEE6D-45CF-4F5D-8AFC-9116383CF183}" type="presOf" srcId="{B6191F0C-8218-4346-BE0E-8C086A70F238}" destId="{200C739F-314B-4522-9E86-5A3DC5C3E499}" srcOrd="0" destOrd="0" presId="urn:microsoft.com/office/officeart/2005/8/layout/hierarchy1"/>
    <dgm:cxn modelId="{36EEFF83-B895-4DEE-8E9D-137E8ABE60C0}" srcId="{B6191F0C-8218-4346-BE0E-8C086A70F238}" destId="{70B719BB-9DD0-4057-8DCF-944251C68BB2}" srcOrd="1" destOrd="0" parTransId="{EDFF5802-0B0C-4F38-B5E8-77003C863389}" sibTransId="{3026FB04-4A6E-49DF-B791-546A3F3F6FFB}"/>
    <dgm:cxn modelId="{A34440B5-EBA3-492C-96EF-B3D7C21DB16C}" type="presOf" srcId="{2A2316AA-5862-49E2-98CC-49A12524DC7D}" destId="{10E4A3D8-1AA6-43D9-86FB-76971DA2758D}" srcOrd="0" destOrd="0" presId="urn:microsoft.com/office/officeart/2005/8/layout/hierarchy1"/>
    <dgm:cxn modelId="{98383AFC-CAFD-41AD-8718-F00C27ED1414}" type="presOf" srcId="{70B719BB-9DD0-4057-8DCF-944251C68BB2}" destId="{218C53D8-DC7D-47F9-918B-196632E9E153}" srcOrd="0" destOrd="0" presId="urn:microsoft.com/office/officeart/2005/8/layout/hierarchy1"/>
    <dgm:cxn modelId="{BCC22F6F-1BED-4D10-BC11-A2D077EA67AE}" type="presParOf" srcId="{200C739F-314B-4522-9E86-5A3DC5C3E499}" destId="{C6368CD5-5655-4F54-8DBB-FD595AA5BE70}" srcOrd="0" destOrd="0" presId="urn:microsoft.com/office/officeart/2005/8/layout/hierarchy1"/>
    <dgm:cxn modelId="{76904FAF-5DFE-4DF1-930B-2D4D796A96BD}" type="presParOf" srcId="{C6368CD5-5655-4F54-8DBB-FD595AA5BE70}" destId="{D0DBF1C7-6744-4C63-9CFD-2198D41587A5}" srcOrd="0" destOrd="0" presId="urn:microsoft.com/office/officeart/2005/8/layout/hierarchy1"/>
    <dgm:cxn modelId="{2E51094E-910C-4C9F-A3E5-099C682F2836}" type="presParOf" srcId="{D0DBF1C7-6744-4C63-9CFD-2198D41587A5}" destId="{865105F6-AF3C-40EF-B0F7-F6C4EB89576F}" srcOrd="0" destOrd="0" presId="urn:microsoft.com/office/officeart/2005/8/layout/hierarchy1"/>
    <dgm:cxn modelId="{17C6CFC6-E730-40CD-B69D-779693F24563}" type="presParOf" srcId="{D0DBF1C7-6744-4C63-9CFD-2198D41587A5}" destId="{73B12BDA-B71B-4A11-AB7F-4F14462F773F}" srcOrd="1" destOrd="0" presId="urn:microsoft.com/office/officeart/2005/8/layout/hierarchy1"/>
    <dgm:cxn modelId="{624EECA3-0C3A-4EDC-A965-857C897AEDE3}" type="presParOf" srcId="{C6368CD5-5655-4F54-8DBB-FD595AA5BE70}" destId="{DACA0F83-BC32-4621-9988-A9DF6A5E705D}" srcOrd="1" destOrd="0" presId="urn:microsoft.com/office/officeart/2005/8/layout/hierarchy1"/>
    <dgm:cxn modelId="{F6391F85-17ED-4FE0-AC80-993ACCF61FE2}" type="presParOf" srcId="{200C739F-314B-4522-9E86-5A3DC5C3E499}" destId="{4D16319E-C28D-4EB4-87B4-14F6EEE20B51}" srcOrd="1" destOrd="0" presId="urn:microsoft.com/office/officeart/2005/8/layout/hierarchy1"/>
    <dgm:cxn modelId="{5B887564-CC3B-41E6-A5C9-26CD2B0A7AD1}" type="presParOf" srcId="{4D16319E-C28D-4EB4-87B4-14F6EEE20B51}" destId="{A0357FE2-930F-4D91-990F-D4BE9F594624}" srcOrd="0" destOrd="0" presId="urn:microsoft.com/office/officeart/2005/8/layout/hierarchy1"/>
    <dgm:cxn modelId="{962A4BBC-BF6D-4775-8C47-88A18D265AC8}" type="presParOf" srcId="{A0357FE2-930F-4D91-990F-D4BE9F594624}" destId="{D53141B4-74EE-4B00-B5F8-514642CDBC36}" srcOrd="0" destOrd="0" presId="urn:microsoft.com/office/officeart/2005/8/layout/hierarchy1"/>
    <dgm:cxn modelId="{223CFF78-D3D4-483E-A893-1DBBBEB79030}" type="presParOf" srcId="{A0357FE2-930F-4D91-990F-D4BE9F594624}" destId="{218C53D8-DC7D-47F9-918B-196632E9E153}" srcOrd="1" destOrd="0" presId="urn:microsoft.com/office/officeart/2005/8/layout/hierarchy1"/>
    <dgm:cxn modelId="{A20B6456-9FE1-4381-BB33-E45DA280BEEA}" type="presParOf" srcId="{4D16319E-C28D-4EB4-87B4-14F6EEE20B51}" destId="{27AB159E-173F-46BB-BD34-B0B424EFF292}" srcOrd="1" destOrd="0" presId="urn:microsoft.com/office/officeart/2005/8/layout/hierarchy1"/>
    <dgm:cxn modelId="{2906FF4A-4C30-4769-83E0-97CF199E392C}" type="presParOf" srcId="{200C739F-314B-4522-9E86-5A3DC5C3E499}" destId="{9EF23E7A-0FAE-42F4-BF25-FA08FA85E170}" srcOrd="2" destOrd="0" presId="urn:microsoft.com/office/officeart/2005/8/layout/hierarchy1"/>
    <dgm:cxn modelId="{46E12706-A674-45A7-BE6C-6B21C2FE4341}" type="presParOf" srcId="{9EF23E7A-0FAE-42F4-BF25-FA08FA85E170}" destId="{695AB9D0-78D4-421F-9AB7-8F8CF5EB3FBD}" srcOrd="0" destOrd="0" presId="urn:microsoft.com/office/officeart/2005/8/layout/hierarchy1"/>
    <dgm:cxn modelId="{F1F53EDB-D39B-43AB-9A7B-0593C1813DD3}" type="presParOf" srcId="{695AB9D0-78D4-421F-9AB7-8F8CF5EB3FBD}" destId="{68105729-F2AE-436B-BBA4-37353739B6F5}" srcOrd="0" destOrd="0" presId="urn:microsoft.com/office/officeart/2005/8/layout/hierarchy1"/>
    <dgm:cxn modelId="{2FCAD4DF-FD9F-46B8-9246-AF0148F0795F}" type="presParOf" srcId="{695AB9D0-78D4-421F-9AB7-8F8CF5EB3FBD}" destId="{10E4A3D8-1AA6-43D9-86FB-76971DA2758D}" srcOrd="1" destOrd="0" presId="urn:microsoft.com/office/officeart/2005/8/layout/hierarchy1"/>
    <dgm:cxn modelId="{12BF2982-441B-4F9B-822E-6671AC50C0C8}" type="presParOf" srcId="{9EF23E7A-0FAE-42F4-BF25-FA08FA85E170}" destId="{ABB620D8-F244-4FED-9F22-CC4DF169E36F}" srcOrd="1" destOrd="0" presId="urn:microsoft.com/office/officeart/2005/8/layout/hierarchy1"/>
    <dgm:cxn modelId="{99801568-F6B7-41DC-B869-2CE873AD5326}" type="presParOf" srcId="{200C739F-314B-4522-9E86-5A3DC5C3E499}" destId="{11319941-7558-433B-8F09-53A43ACBE62E}" srcOrd="3" destOrd="0" presId="urn:microsoft.com/office/officeart/2005/8/layout/hierarchy1"/>
    <dgm:cxn modelId="{9974E598-C744-4D73-A348-51AFEE9DFC0C}" type="presParOf" srcId="{11319941-7558-433B-8F09-53A43ACBE62E}" destId="{AB0D380F-44EA-430E-AF12-E4066F5B4AD1}" srcOrd="0" destOrd="0" presId="urn:microsoft.com/office/officeart/2005/8/layout/hierarchy1"/>
    <dgm:cxn modelId="{5432E1DB-3AF3-45D9-A110-2BB698EF343C}" type="presParOf" srcId="{AB0D380F-44EA-430E-AF12-E4066F5B4AD1}" destId="{A60AA9E2-3270-486B-9CBA-B8066F63A8FC}" srcOrd="0" destOrd="0" presId="urn:microsoft.com/office/officeart/2005/8/layout/hierarchy1"/>
    <dgm:cxn modelId="{0EB5C3C9-40BD-4BBC-B6C0-CD10F725248D}" type="presParOf" srcId="{AB0D380F-44EA-430E-AF12-E4066F5B4AD1}" destId="{5A83729D-6F3F-4BDD-BBD0-CDC495750F33}" srcOrd="1" destOrd="0" presId="urn:microsoft.com/office/officeart/2005/8/layout/hierarchy1"/>
    <dgm:cxn modelId="{F177C6DB-EC60-4BA2-9A2C-E69717F5E4C0}" type="presParOf" srcId="{11319941-7558-433B-8F09-53A43ACBE62E}" destId="{880E1B55-B2FC-4A79-ABC8-461766FF8E6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23EDA1-C0BB-42B2-AE96-B416CB5021D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82844F1-6F03-4D11-91B1-0CE1999676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movies_2015_2025.csv: </a:t>
          </a:r>
          <a:r>
            <a:rPr lang="en-US" dirty="0"/>
            <a:t>raw TMDB movie data</a:t>
          </a:r>
        </a:p>
      </dgm:t>
    </dgm:pt>
    <dgm:pt modelId="{130D8DB2-E5FD-4C69-A227-64B240434F2B}" type="parTrans" cxnId="{1A9015C3-740C-4AFF-9CBF-63276A59D189}">
      <dgm:prSet/>
      <dgm:spPr/>
      <dgm:t>
        <a:bodyPr/>
        <a:lstStyle/>
        <a:p>
          <a:endParaRPr lang="en-US"/>
        </a:p>
      </dgm:t>
    </dgm:pt>
    <dgm:pt modelId="{E33A8B62-2219-4318-9B86-2578563924C6}" type="sibTrans" cxnId="{1A9015C3-740C-4AFF-9CBF-63276A59D189}">
      <dgm:prSet/>
      <dgm:spPr/>
      <dgm:t>
        <a:bodyPr/>
        <a:lstStyle/>
        <a:p>
          <a:endParaRPr lang="en-US"/>
        </a:p>
      </dgm:t>
    </dgm:pt>
    <dgm:pt modelId="{3CDB9428-7833-4B95-BCF7-31DCAAAEAE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movies_tmdb_enriched.csv: </a:t>
          </a:r>
          <a:r>
            <a:rPr lang="en-US" dirty="0"/>
            <a:t>genres, cast, keywords</a:t>
          </a:r>
        </a:p>
      </dgm:t>
    </dgm:pt>
    <dgm:pt modelId="{BEA8EEAA-7E4A-40A4-A613-E862CFEFE774}" type="parTrans" cxnId="{C73F6888-EFC1-4D06-97B0-B2CF8A391CEA}">
      <dgm:prSet/>
      <dgm:spPr/>
      <dgm:t>
        <a:bodyPr/>
        <a:lstStyle/>
        <a:p>
          <a:endParaRPr lang="en-US"/>
        </a:p>
      </dgm:t>
    </dgm:pt>
    <dgm:pt modelId="{4CD14C21-7A81-4A0E-AB5A-FAE4372B5161}" type="sibTrans" cxnId="{C73F6888-EFC1-4D06-97B0-B2CF8A391CEA}">
      <dgm:prSet/>
      <dgm:spPr/>
      <dgm:t>
        <a:bodyPr/>
        <a:lstStyle/>
        <a:p>
          <a:endParaRPr lang="en-US"/>
        </a:p>
      </dgm:t>
    </dgm:pt>
    <dgm:pt modelId="{8A1A1E8D-2D7A-4EC6-9E9E-884ACB3F87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ratings_for_cf.csv: </a:t>
          </a:r>
          <a:r>
            <a:rPr lang="en-US" dirty="0"/>
            <a:t>user–movie ratings</a:t>
          </a:r>
        </a:p>
      </dgm:t>
    </dgm:pt>
    <dgm:pt modelId="{29EFA6FC-1079-483F-98EA-CA414F3DD643}" type="parTrans" cxnId="{D10A1227-9DA6-4DD1-A68B-CF7A8F42C44C}">
      <dgm:prSet/>
      <dgm:spPr/>
      <dgm:t>
        <a:bodyPr/>
        <a:lstStyle/>
        <a:p>
          <a:endParaRPr lang="en-US"/>
        </a:p>
      </dgm:t>
    </dgm:pt>
    <dgm:pt modelId="{613907BA-95F6-421D-B565-0EA9FADCF93B}" type="sibTrans" cxnId="{D10A1227-9DA6-4DD1-A68B-CF7A8F42C44C}">
      <dgm:prSet/>
      <dgm:spPr/>
      <dgm:t>
        <a:bodyPr/>
        <a:lstStyle/>
        <a:p>
          <a:endParaRPr lang="en-US"/>
        </a:p>
      </dgm:t>
    </dgm:pt>
    <dgm:pt modelId="{3DC6D85E-1701-4F19-9872-DF13154D86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movies_master.csv: </a:t>
          </a:r>
          <a:r>
            <a:rPr lang="en-US" dirty="0"/>
            <a:t>final dataset for modeling</a:t>
          </a:r>
        </a:p>
      </dgm:t>
    </dgm:pt>
    <dgm:pt modelId="{14FA7019-A34F-4370-A286-5319EF39A3A8}" type="parTrans" cxnId="{63F4B548-A281-41EB-A016-2CB3A25F46BC}">
      <dgm:prSet/>
      <dgm:spPr/>
      <dgm:t>
        <a:bodyPr/>
        <a:lstStyle/>
        <a:p>
          <a:endParaRPr lang="en-US"/>
        </a:p>
      </dgm:t>
    </dgm:pt>
    <dgm:pt modelId="{584C6B22-1A72-4096-85E3-F3437CBE1B61}" type="sibTrans" cxnId="{63F4B548-A281-41EB-A016-2CB3A25F46BC}">
      <dgm:prSet/>
      <dgm:spPr/>
      <dgm:t>
        <a:bodyPr/>
        <a:lstStyle/>
        <a:p>
          <a:endParaRPr lang="en-US"/>
        </a:p>
      </dgm:t>
    </dgm:pt>
    <dgm:pt modelId="{7C924286-734C-4718-8E5F-21AAE6A95A1A}" type="pres">
      <dgm:prSet presAssocID="{5123EDA1-C0BB-42B2-AE96-B416CB5021DD}" presName="root" presStyleCnt="0">
        <dgm:presLayoutVars>
          <dgm:dir/>
          <dgm:resizeHandles val="exact"/>
        </dgm:presLayoutVars>
      </dgm:prSet>
      <dgm:spPr/>
    </dgm:pt>
    <dgm:pt modelId="{8A99633A-EB55-4ED4-9DAB-154E5276A629}" type="pres">
      <dgm:prSet presAssocID="{982844F1-6F03-4D11-91B1-0CE19996760C}" presName="compNode" presStyleCnt="0"/>
      <dgm:spPr/>
    </dgm:pt>
    <dgm:pt modelId="{3751ADD7-853D-40EC-9712-FCDB2505CBC0}" type="pres">
      <dgm:prSet presAssocID="{982844F1-6F03-4D11-91B1-0CE19996760C}" presName="bgRect" presStyleLbl="bgShp" presStyleIdx="0" presStyleCnt="4" custLinFactNeighborY="959"/>
      <dgm:spPr/>
    </dgm:pt>
    <dgm:pt modelId="{33F37E8C-E44E-40A7-8A14-902C118852E5}" type="pres">
      <dgm:prSet presAssocID="{982844F1-6F03-4D11-91B1-0CE1999676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17E071D-BD16-4223-8280-8ED2C1C6EC42}" type="pres">
      <dgm:prSet presAssocID="{982844F1-6F03-4D11-91B1-0CE19996760C}" presName="spaceRect" presStyleCnt="0"/>
      <dgm:spPr/>
    </dgm:pt>
    <dgm:pt modelId="{D97AF178-81D5-418D-8F7D-DBD48AEE2421}" type="pres">
      <dgm:prSet presAssocID="{982844F1-6F03-4D11-91B1-0CE19996760C}" presName="parTx" presStyleLbl="revTx" presStyleIdx="0" presStyleCnt="4">
        <dgm:presLayoutVars>
          <dgm:chMax val="0"/>
          <dgm:chPref val="0"/>
        </dgm:presLayoutVars>
      </dgm:prSet>
      <dgm:spPr/>
    </dgm:pt>
    <dgm:pt modelId="{1F622425-0E69-406E-BC06-BA51DC85B901}" type="pres">
      <dgm:prSet presAssocID="{E33A8B62-2219-4318-9B86-2578563924C6}" presName="sibTrans" presStyleCnt="0"/>
      <dgm:spPr/>
    </dgm:pt>
    <dgm:pt modelId="{87D5E6CC-BE12-4731-BCC4-E5E5E36E4E67}" type="pres">
      <dgm:prSet presAssocID="{3CDB9428-7833-4B95-BCF7-31DCAAAEAE78}" presName="compNode" presStyleCnt="0"/>
      <dgm:spPr/>
    </dgm:pt>
    <dgm:pt modelId="{00BD64E1-BD63-4E88-AB95-9AF1FF455613}" type="pres">
      <dgm:prSet presAssocID="{3CDB9428-7833-4B95-BCF7-31DCAAAEAE78}" presName="bgRect" presStyleLbl="bgShp" presStyleIdx="1" presStyleCnt="4"/>
      <dgm:spPr/>
    </dgm:pt>
    <dgm:pt modelId="{97130F38-0B25-45D6-9217-E83FE66A7357}" type="pres">
      <dgm:prSet presAssocID="{3CDB9428-7833-4B95-BCF7-31DCAAAEAE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E0144E6-EAA1-42AF-8C8F-6FED49CC397A}" type="pres">
      <dgm:prSet presAssocID="{3CDB9428-7833-4B95-BCF7-31DCAAAEAE78}" presName="spaceRect" presStyleCnt="0"/>
      <dgm:spPr/>
    </dgm:pt>
    <dgm:pt modelId="{23C50DC4-2B6E-4628-A0FF-89655D593051}" type="pres">
      <dgm:prSet presAssocID="{3CDB9428-7833-4B95-BCF7-31DCAAAEAE78}" presName="parTx" presStyleLbl="revTx" presStyleIdx="1" presStyleCnt="4">
        <dgm:presLayoutVars>
          <dgm:chMax val="0"/>
          <dgm:chPref val="0"/>
        </dgm:presLayoutVars>
      </dgm:prSet>
      <dgm:spPr/>
    </dgm:pt>
    <dgm:pt modelId="{9128D927-1DF1-4281-9610-0975FE39DE59}" type="pres">
      <dgm:prSet presAssocID="{4CD14C21-7A81-4A0E-AB5A-FAE4372B5161}" presName="sibTrans" presStyleCnt="0"/>
      <dgm:spPr/>
    </dgm:pt>
    <dgm:pt modelId="{E212CD75-5C23-409C-A4B6-CA50EF8FDB0F}" type="pres">
      <dgm:prSet presAssocID="{8A1A1E8D-2D7A-4EC6-9E9E-884ACB3F8718}" presName="compNode" presStyleCnt="0"/>
      <dgm:spPr/>
    </dgm:pt>
    <dgm:pt modelId="{96C07AF0-9B47-4436-B020-8055FA9A242F}" type="pres">
      <dgm:prSet presAssocID="{8A1A1E8D-2D7A-4EC6-9E9E-884ACB3F8718}" presName="bgRect" presStyleLbl="bgShp" presStyleIdx="2" presStyleCnt="4"/>
      <dgm:spPr/>
    </dgm:pt>
    <dgm:pt modelId="{C986A1AA-9144-473C-A5D2-C3968DA236AB}" type="pres">
      <dgm:prSet presAssocID="{8A1A1E8D-2D7A-4EC6-9E9E-884ACB3F871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954C2B6F-1EDB-4D41-B2DE-8891E26328E4}" type="pres">
      <dgm:prSet presAssocID="{8A1A1E8D-2D7A-4EC6-9E9E-884ACB3F8718}" presName="spaceRect" presStyleCnt="0"/>
      <dgm:spPr/>
    </dgm:pt>
    <dgm:pt modelId="{9FE5EFF0-CDA7-4BC8-9529-C2EF3F450056}" type="pres">
      <dgm:prSet presAssocID="{8A1A1E8D-2D7A-4EC6-9E9E-884ACB3F8718}" presName="parTx" presStyleLbl="revTx" presStyleIdx="2" presStyleCnt="4">
        <dgm:presLayoutVars>
          <dgm:chMax val="0"/>
          <dgm:chPref val="0"/>
        </dgm:presLayoutVars>
      </dgm:prSet>
      <dgm:spPr/>
    </dgm:pt>
    <dgm:pt modelId="{C82E39BA-576E-4A87-89A6-12AB78D6B3D7}" type="pres">
      <dgm:prSet presAssocID="{613907BA-95F6-421D-B565-0EA9FADCF93B}" presName="sibTrans" presStyleCnt="0"/>
      <dgm:spPr/>
    </dgm:pt>
    <dgm:pt modelId="{582E3C72-F007-4D86-97BD-BE11CE28AE8B}" type="pres">
      <dgm:prSet presAssocID="{3DC6D85E-1701-4F19-9872-DF13154D8629}" presName="compNode" presStyleCnt="0"/>
      <dgm:spPr/>
    </dgm:pt>
    <dgm:pt modelId="{FF38B85E-1399-4129-925C-333C950EC568}" type="pres">
      <dgm:prSet presAssocID="{3DC6D85E-1701-4F19-9872-DF13154D8629}" presName="bgRect" presStyleLbl="bgShp" presStyleIdx="3" presStyleCnt="4"/>
      <dgm:spPr/>
    </dgm:pt>
    <dgm:pt modelId="{A4F65AFA-ABCA-4C72-89A3-E8072C1E2B35}" type="pres">
      <dgm:prSet presAssocID="{3DC6D85E-1701-4F19-9872-DF13154D86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09C092F-A619-42EB-BA5E-A9BE270D5450}" type="pres">
      <dgm:prSet presAssocID="{3DC6D85E-1701-4F19-9872-DF13154D8629}" presName="spaceRect" presStyleCnt="0"/>
      <dgm:spPr/>
    </dgm:pt>
    <dgm:pt modelId="{FE5BCD45-3CE1-43CF-A542-2B8BDAA32A7A}" type="pres">
      <dgm:prSet presAssocID="{3DC6D85E-1701-4F19-9872-DF13154D862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4F4B408-C026-4216-BE93-0A58E0AB271F}" type="presOf" srcId="{982844F1-6F03-4D11-91B1-0CE19996760C}" destId="{D97AF178-81D5-418D-8F7D-DBD48AEE2421}" srcOrd="0" destOrd="0" presId="urn:microsoft.com/office/officeart/2018/2/layout/IconVerticalSolidList"/>
    <dgm:cxn modelId="{D10A1227-9DA6-4DD1-A68B-CF7A8F42C44C}" srcId="{5123EDA1-C0BB-42B2-AE96-B416CB5021DD}" destId="{8A1A1E8D-2D7A-4EC6-9E9E-884ACB3F8718}" srcOrd="2" destOrd="0" parTransId="{29EFA6FC-1079-483F-98EA-CA414F3DD643}" sibTransId="{613907BA-95F6-421D-B565-0EA9FADCF93B}"/>
    <dgm:cxn modelId="{3949F62F-B40F-4062-8DAB-89FBD0FD6C1B}" type="presOf" srcId="{3CDB9428-7833-4B95-BCF7-31DCAAAEAE78}" destId="{23C50DC4-2B6E-4628-A0FF-89655D593051}" srcOrd="0" destOrd="0" presId="urn:microsoft.com/office/officeart/2018/2/layout/IconVerticalSolidList"/>
    <dgm:cxn modelId="{96482747-4416-4739-B66E-6BEC7C953A92}" type="presOf" srcId="{8A1A1E8D-2D7A-4EC6-9E9E-884ACB3F8718}" destId="{9FE5EFF0-CDA7-4BC8-9529-C2EF3F450056}" srcOrd="0" destOrd="0" presId="urn:microsoft.com/office/officeart/2018/2/layout/IconVerticalSolidList"/>
    <dgm:cxn modelId="{63F4B548-A281-41EB-A016-2CB3A25F46BC}" srcId="{5123EDA1-C0BB-42B2-AE96-B416CB5021DD}" destId="{3DC6D85E-1701-4F19-9872-DF13154D8629}" srcOrd="3" destOrd="0" parTransId="{14FA7019-A34F-4370-A286-5319EF39A3A8}" sibTransId="{584C6B22-1A72-4096-85E3-F3437CBE1B61}"/>
    <dgm:cxn modelId="{B04B8A7C-AA78-466E-8978-222E2736B0C3}" type="presOf" srcId="{3DC6D85E-1701-4F19-9872-DF13154D8629}" destId="{FE5BCD45-3CE1-43CF-A542-2B8BDAA32A7A}" srcOrd="0" destOrd="0" presId="urn:microsoft.com/office/officeart/2018/2/layout/IconVerticalSolidList"/>
    <dgm:cxn modelId="{C73F6888-EFC1-4D06-97B0-B2CF8A391CEA}" srcId="{5123EDA1-C0BB-42B2-AE96-B416CB5021DD}" destId="{3CDB9428-7833-4B95-BCF7-31DCAAAEAE78}" srcOrd="1" destOrd="0" parTransId="{BEA8EEAA-7E4A-40A4-A613-E862CFEFE774}" sibTransId="{4CD14C21-7A81-4A0E-AB5A-FAE4372B5161}"/>
    <dgm:cxn modelId="{1A9015C3-740C-4AFF-9CBF-63276A59D189}" srcId="{5123EDA1-C0BB-42B2-AE96-B416CB5021DD}" destId="{982844F1-6F03-4D11-91B1-0CE19996760C}" srcOrd="0" destOrd="0" parTransId="{130D8DB2-E5FD-4C69-A227-64B240434F2B}" sibTransId="{E33A8B62-2219-4318-9B86-2578563924C6}"/>
    <dgm:cxn modelId="{D90D08CE-2918-4B96-A870-4AE6AC84007C}" type="presOf" srcId="{5123EDA1-C0BB-42B2-AE96-B416CB5021DD}" destId="{7C924286-734C-4718-8E5F-21AAE6A95A1A}" srcOrd="0" destOrd="0" presId="urn:microsoft.com/office/officeart/2018/2/layout/IconVerticalSolidList"/>
    <dgm:cxn modelId="{71A721C4-56B6-4C14-A882-2C7BAEC52483}" type="presParOf" srcId="{7C924286-734C-4718-8E5F-21AAE6A95A1A}" destId="{8A99633A-EB55-4ED4-9DAB-154E5276A629}" srcOrd="0" destOrd="0" presId="urn:microsoft.com/office/officeart/2018/2/layout/IconVerticalSolidList"/>
    <dgm:cxn modelId="{53756B4D-DD3C-4073-B67E-7878808CB87B}" type="presParOf" srcId="{8A99633A-EB55-4ED4-9DAB-154E5276A629}" destId="{3751ADD7-853D-40EC-9712-FCDB2505CBC0}" srcOrd="0" destOrd="0" presId="urn:microsoft.com/office/officeart/2018/2/layout/IconVerticalSolidList"/>
    <dgm:cxn modelId="{7FA3EC6F-E40F-4A03-9405-092FE30FCC7E}" type="presParOf" srcId="{8A99633A-EB55-4ED4-9DAB-154E5276A629}" destId="{33F37E8C-E44E-40A7-8A14-902C118852E5}" srcOrd="1" destOrd="0" presId="urn:microsoft.com/office/officeart/2018/2/layout/IconVerticalSolidList"/>
    <dgm:cxn modelId="{300DFF05-5A3F-4C30-9971-22B807BBB8B1}" type="presParOf" srcId="{8A99633A-EB55-4ED4-9DAB-154E5276A629}" destId="{817E071D-BD16-4223-8280-8ED2C1C6EC42}" srcOrd="2" destOrd="0" presId="urn:microsoft.com/office/officeart/2018/2/layout/IconVerticalSolidList"/>
    <dgm:cxn modelId="{8BFFE5C2-E09C-4E29-B156-D351F5C52F6B}" type="presParOf" srcId="{8A99633A-EB55-4ED4-9DAB-154E5276A629}" destId="{D97AF178-81D5-418D-8F7D-DBD48AEE2421}" srcOrd="3" destOrd="0" presId="urn:microsoft.com/office/officeart/2018/2/layout/IconVerticalSolidList"/>
    <dgm:cxn modelId="{B93533F6-DC55-4236-8654-484A37BE9BE2}" type="presParOf" srcId="{7C924286-734C-4718-8E5F-21AAE6A95A1A}" destId="{1F622425-0E69-406E-BC06-BA51DC85B901}" srcOrd="1" destOrd="0" presId="urn:microsoft.com/office/officeart/2018/2/layout/IconVerticalSolidList"/>
    <dgm:cxn modelId="{7DB49152-C5C1-4272-B314-198F29E477CA}" type="presParOf" srcId="{7C924286-734C-4718-8E5F-21AAE6A95A1A}" destId="{87D5E6CC-BE12-4731-BCC4-E5E5E36E4E67}" srcOrd="2" destOrd="0" presId="urn:microsoft.com/office/officeart/2018/2/layout/IconVerticalSolidList"/>
    <dgm:cxn modelId="{4CF871BB-3E9B-440C-B6B3-C1C335410453}" type="presParOf" srcId="{87D5E6CC-BE12-4731-BCC4-E5E5E36E4E67}" destId="{00BD64E1-BD63-4E88-AB95-9AF1FF455613}" srcOrd="0" destOrd="0" presId="urn:microsoft.com/office/officeart/2018/2/layout/IconVerticalSolidList"/>
    <dgm:cxn modelId="{C24D879F-806C-4532-8699-4F2A7047B703}" type="presParOf" srcId="{87D5E6CC-BE12-4731-BCC4-E5E5E36E4E67}" destId="{97130F38-0B25-45D6-9217-E83FE66A7357}" srcOrd="1" destOrd="0" presId="urn:microsoft.com/office/officeart/2018/2/layout/IconVerticalSolidList"/>
    <dgm:cxn modelId="{F22EE98F-A164-4F42-9DAA-7196070293F2}" type="presParOf" srcId="{87D5E6CC-BE12-4731-BCC4-E5E5E36E4E67}" destId="{DE0144E6-EAA1-42AF-8C8F-6FED49CC397A}" srcOrd="2" destOrd="0" presId="urn:microsoft.com/office/officeart/2018/2/layout/IconVerticalSolidList"/>
    <dgm:cxn modelId="{EAA5DB8D-1FAB-4BD3-A5CA-B7FF1092133A}" type="presParOf" srcId="{87D5E6CC-BE12-4731-BCC4-E5E5E36E4E67}" destId="{23C50DC4-2B6E-4628-A0FF-89655D593051}" srcOrd="3" destOrd="0" presId="urn:microsoft.com/office/officeart/2018/2/layout/IconVerticalSolidList"/>
    <dgm:cxn modelId="{9AD2A4F7-99AE-4076-8D33-864FA160ABCF}" type="presParOf" srcId="{7C924286-734C-4718-8E5F-21AAE6A95A1A}" destId="{9128D927-1DF1-4281-9610-0975FE39DE59}" srcOrd="3" destOrd="0" presId="urn:microsoft.com/office/officeart/2018/2/layout/IconVerticalSolidList"/>
    <dgm:cxn modelId="{4B84F6DC-1BB0-4C27-A754-52BA3DE08B77}" type="presParOf" srcId="{7C924286-734C-4718-8E5F-21AAE6A95A1A}" destId="{E212CD75-5C23-409C-A4B6-CA50EF8FDB0F}" srcOrd="4" destOrd="0" presId="urn:microsoft.com/office/officeart/2018/2/layout/IconVerticalSolidList"/>
    <dgm:cxn modelId="{F291376D-C345-4C4D-A1BB-66E32D9B4036}" type="presParOf" srcId="{E212CD75-5C23-409C-A4B6-CA50EF8FDB0F}" destId="{96C07AF0-9B47-4436-B020-8055FA9A242F}" srcOrd="0" destOrd="0" presId="urn:microsoft.com/office/officeart/2018/2/layout/IconVerticalSolidList"/>
    <dgm:cxn modelId="{FD16B44E-7318-456E-A77C-879FA8646798}" type="presParOf" srcId="{E212CD75-5C23-409C-A4B6-CA50EF8FDB0F}" destId="{C986A1AA-9144-473C-A5D2-C3968DA236AB}" srcOrd="1" destOrd="0" presId="urn:microsoft.com/office/officeart/2018/2/layout/IconVerticalSolidList"/>
    <dgm:cxn modelId="{DFC68EA4-111C-4DE5-89D2-583F7B0FEBA9}" type="presParOf" srcId="{E212CD75-5C23-409C-A4B6-CA50EF8FDB0F}" destId="{954C2B6F-1EDB-4D41-B2DE-8891E26328E4}" srcOrd="2" destOrd="0" presId="urn:microsoft.com/office/officeart/2018/2/layout/IconVerticalSolidList"/>
    <dgm:cxn modelId="{E9C330F0-63EB-474D-88C8-A048539433D4}" type="presParOf" srcId="{E212CD75-5C23-409C-A4B6-CA50EF8FDB0F}" destId="{9FE5EFF0-CDA7-4BC8-9529-C2EF3F450056}" srcOrd="3" destOrd="0" presId="urn:microsoft.com/office/officeart/2018/2/layout/IconVerticalSolidList"/>
    <dgm:cxn modelId="{4AE9E93F-4FC3-4443-BDDC-DCEFB4AE4F24}" type="presParOf" srcId="{7C924286-734C-4718-8E5F-21AAE6A95A1A}" destId="{C82E39BA-576E-4A87-89A6-12AB78D6B3D7}" srcOrd="5" destOrd="0" presId="urn:microsoft.com/office/officeart/2018/2/layout/IconVerticalSolidList"/>
    <dgm:cxn modelId="{4B298376-5900-4D71-B130-7855B3E91ADA}" type="presParOf" srcId="{7C924286-734C-4718-8E5F-21AAE6A95A1A}" destId="{582E3C72-F007-4D86-97BD-BE11CE28AE8B}" srcOrd="6" destOrd="0" presId="urn:microsoft.com/office/officeart/2018/2/layout/IconVerticalSolidList"/>
    <dgm:cxn modelId="{89C34F93-DF56-4E40-BF29-1511FB7D958E}" type="presParOf" srcId="{582E3C72-F007-4D86-97BD-BE11CE28AE8B}" destId="{FF38B85E-1399-4129-925C-333C950EC568}" srcOrd="0" destOrd="0" presId="urn:microsoft.com/office/officeart/2018/2/layout/IconVerticalSolidList"/>
    <dgm:cxn modelId="{5E305EA9-7C50-43C6-BCDB-353DE07C7B4A}" type="presParOf" srcId="{582E3C72-F007-4D86-97BD-BE11CE28AE8B}" destId="{A4F65AFA-ABCA-4C72-89A3-E8072C1E2B35}" srcOrd="1" destOrd="0" presId="urn:microsoft.com/office/officeart/2018/2/layout/IconVerticalSolidList"/>
    <dgm:cxn modelId="{700C1AE0-40D5-4403-B71E-2395F1FFA1D9}" type="presParOf" srcId="{582E3C72-F007-4D86-97BD-BE11CE28AE8B}" destId="{C09C092F-A619-42EB-BA5E-A9BE270D5450}" srcOrd="2" destOrd="0" presId="urn:microsoft.com/office/officeart/2018/2/layout/IconVerticalSolidList"/>
    <dgm:cxn modelId="{A8622D9C-9940-40EE-B161-AA60F1DC2F31}" type="presParOf" srcId="{582E3C72-F007-4D86-97BD-BE11CE28AE8B}" destId="{FE5BCD45-3CE1-43CF-A542-2B8BDAA32A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BC3E1C-77D8-4622-8F86-47D2C4925035}" type="doc">
      <dgm:prSet loTypeId="urn:microsoft.com/office/officeart/2005/8/layout/hierarchy1" loCatId="hierarchy" qsTypeId="urn:microsoft.com/office/officeart/2005/8/quickstyle/simple1" qsCatId="simple" csTypeId="urn:microsoft.com/office/officeart/2005/8/colors/accent6_1" csCatId="accent6"/>
      <dgm:spPr/>
      <dgm:t>
        <a:bodyPr/>
        <a:lstStyle/>
        <a:p>
          <a:endParaRPr lang="en-US"/>
        </a:p>
      </dgm:t>
    </dgm:pt>
    <dgm:pt modelId="{5F738256-12A2-419E-AEA1-A397EF650EDD}">
      <dgm:prSet/>
      <dgm:spPr/>
      <dgm:t>
        <a:bodyPr/>
        <a:lstStyle/>
        <a:p>
          <a:r>
            <a:rPr lang="en-US"/>
            <a:t>Uses movie metadata only</a:t>
          </a:r>
        </a:p>
      </dgm:t>
    </dgm:pt>
    <dgm:pt modelId="{8C9565C3-AA22-4A0C-9013-13BD9BE11D07}" type="parTrans" cxnId="{576BFCD8-E275-4094-9F72-DFE3777FB4F3}">
      <dgm:prSet/>
      <dgm:spPr/>
      <dgm:t>
        <a:bodyPr/>
        <a:lstStyle/>
        <a:p>
          <a:endParaRPr lang="en-US"/>
        </a:p>
      </dgm:t>
    </dgm:pt>
    <dgm:pt modelId="{5C2DEF36-E1FA-4EAB-8143-5656FAC8283A}" type="sibTrans" cxnId="{576BFCD8-E275-4094-9F72-DFE3777FB4F3}">
      <dgm:prSet/>
      <dgm:spPr/>
      <dgm:t>
        <a:bodyPr/>
        <a:lstStyle/>
        <a:p>
          <a:endParaRPr lang="en-US"/>
        </a:p>
      </dgm:t>
    </dgm:pt>
    <dgm:pt modelId="{E751B8DB-6FE6-4D88-9BE7-5D392C733F59}">
      <dgm:prSet/>
      <dgm:spPr/>
      <dgm:t>
        <a:bodyPr/>
        <a:lstStyle/>
        <a:p>
          <a:r>
            <a:rPr lang="en-US"/>
            <a:t>TF-IDF applied on combined_text</a:t>
          </a:r>
        </a:p>
      </dgm:t>
    </dgm:pt>
    <dgm:pt modelId="{581A5B4B-15BF-40B0-A68B-A2A89B8A594A}" type="parTrans" cxnId="{F16EEADA-06D9-4A58-9513-A946C8A174E6}">
      <dgm:prSet/>
      <dgm:spPr/>
      <dgm:t>
        <a:bodyPr/>
        <a:lstStyle/>
        <a:p>
          <a:endParaRPr lang="en-US"/>
        </a:p>
      </dgm:t>
    </dgm:pt>
    <dgm:pt modelId="{A6EAADEC-C124-44BC-917A-55C99B9A781C}" type="sibTrans" cxnId="{F16EEADA-06D9-4A58-9513-A946C8A174E6}">
      <dgm:prSet/>
      <dgm:spPr/>
      <dgm:t>
        <a:bodyPr/>
        <a:lstStyle/>
        <a:p>
          <a:endParaRPr lang="en-US"/>
        </a:p>
      </dgm:t>
    </dgm:pt>
    <dgm:pt modelId="{EF3F0E21-7AF0-4B84-AD98-9A4D0F777C91}">
      <dgm:prSet/>
      <dgm:spPr/>
      <dgm:t>
        <a:bodyPr/>
        <a:lstStyle/>
        <a:p>
          <a:r>
            <a:rPr lang="en-US"/>
            <a:t>Cosine similarity used for comparison</a:t>
          </a:r>
        </a:p>
      </dgm:t>
    </dgm:pt>
    <dgm:pt modelId="{8E2C7A2D-75C7-4BC9-840B-F2655536F405}" type="parTrans" cxnId="{A45C98E9-6872-48AF-B856-27D882D13CE7}">
      <dgm:prSet/>
      <dgm:spPr/>
      <dgm:t>
        <a:bodyPr/>
        <a:lstStyle/>
        <a:p>
          <a:endParaRPr lang="en-US"/>
        </a:p>
      </dgm:t>
    </dgm:pt>
    <dgm:pt modelId="{52137509-CF49-4E88-A87E-47C2B62488D2}" type="sibTrans" cxnId="{A45C98E9-6872-48AF-B856-27D882D13CE7}">
      <dgm:prSet/>
      <dgm:spPr/>
      <dgm:t>
        <a:bodyPr/>
        <a:lstStyle/>
        <a:p>
          <a:endParaRPr lang="en-US"/>
        </a:p>
      </dgm:t>
    </dgm:pt>
    <dgm:pt modelId="{C6A43717-F459-4B13-A6B3-0E75A245DC84}">
      <dgm:prSet/>
      <dgm:spPr/>
      <dgm:t>
        <a:bodyPr/>
        <a:lstStyle/>
        <a:p>
          <a:r>
            <a:rPr lang="en-US"/>
            <a:t>Recommends similar movies</a:t>
          </a:r>
        </a:p>
      </dgm:t>
    </dgm:pt>
    <dgm:pt modelId="{2079CBF4-90F9-448F-B4FD-3DF87338F389}" type="parTrans" cxnId="{1C34AC7F-AB12-455F-8FCE-83735936E860}">
      <dgm:prSet/>
      <dgm:spPr/>
      <dgm:t>
        <a:bodyPr/>
        <a:lstStyle/>
        <a:p>
          <a:endParaRPr lang="en-US"/>
        </a:p>
      </dgm:t>
    </dgm:pt>
    <dgm:pt modelId="{4EC6A9D1-1778-472A-8526-25FC4BF29077}" type="sibTrans" cxnId="{1C34AC7F-AB12-455F-8FCE-83735936E860}">
      <dgm:prSet/>
      <dgm:spPr/>
      <dgm:t>
        <a:bodyPr/>
        <a:lstStyle/>
        <a:p>
          <a:endParaRPr lang="en-US"/>
        </a:p>
      </dgm:t>
    </dgm:pt>
    <dgm:pt modelId="{238ABBCD-0207-4ACC-9E52-7AE12447556B}" type="pres">
      <dgm:prSet presAssocID="{BCBC3E1C-77D8-4622-8F86-47D2C49250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E9C5FE-8A95-411A-98D6-CFA04E979104}" type="pres">
      <dgm:prSet presAssocID="{5F738256-12A2-419E-AEA1-A397EF650EDD}" presName="hierRoot1" presStyleCnt="0"/>
      <dgm:spPr/>
    </dgm:pt>
    <dgm:pt modelId="{59A87D11-52D2-4F38-AD54-84D52012E02C}" type="pres">
      <dgm:prSet presAssocID="{5F738256-12A2-419E-AEA1-A397EF650EDD}" presName="composite" presStyleCnt="0"/>
      <dgm:spPr/>
    </dgm:pt>
    <dgm:pt modelId="{BF517D1C-0735-41F7-974A-8EDAD54B0ABC}" type="pres">
      <dgm:prSet presAssocID="{5F738256-12A2-419E-AEA1-A397EF650EDD}" presName="background" presStyleLbl="node0" presStyleIdx="0" presStyleCnt="4"/>
      <dgm:spPr/>
    </dgm:pt>
    <dgm:pt modelId="{CB6CAE4E-062C-4763-8809-971E82D56D68}" type="pres">
      <dgm:prSet presAssocID="{5F738256-12A2-419E-AEA1-A397EF650EDD}" presName="text" presStyleLbl="fgAcc0" presStyleIdx="0" presStyleCnt="4">
        <dgm:presLayoutVars>
          <dgm:chPref val="3"/>
        </dgm:presLayoutVars>
      </dgm:prSet>
      <dgm:spPr/>
    </dgm:pt>
    <dgm:pt modelId="{7F961A44-5364-4064-BA7A-7C3C63674ACD}" type="pres">
      <dgm:prSet presAssocID="{5F738256-12A2-419E-AEA1-A397EF650EDD}" presName="hierChild2" presStyleCnt="0"/>
      <dgm:spPr/>
    </dgm:pt>
    <dgm:pt modelId="{AB672A8A-5369-4FA7-9411-A17B6268390E}" type="pres">
      <dgm:prSet presAssocID="{E751B8DB-6FE6-4D88-9BE7-5D392C733F59}" presName="hierRoot1" presStyleCnt="0"/>
      <dgm:spPr/>
    </dgm:pt>
    <dgm:pt modelId="{26227D88-A592-4FC0-8AA1-E1C5243845AA}" type="pres">
      <dgm:prSet presAssocID="{E751B8DB-6FE6-4D88-9BE7-5D392C733F59}" presName="composite" presStyleCnt="0"/>
      <dgm:spPr/>
    </dgm:pt>
    <dgm:pt modelId="{61F57343-DA26-470B-A7DB-CA493320E4D8}" type="pres">
      <dgm:prSet presAssocID="{E751B8DB-6FE6-4D88-9BE7-5D392C733F59}" presName="background" presStyleLbl="node0" presStyleIdx="1" presStyleCnt="4"/>
      <dgm:spPr/>
    </dgm:pt>
    <dgm:pt modelId="{8522DF74-A5E0-40E8-A59D-C4C0A9553681}" type="pres">
      <dgm:prSet presAssocID="{E751B8DB-6FE6-4D88-9BE7-5D392C733F59}" presName="text" presStyleLbl="fgAcc0" presStyleIdx="1" presStyleCnt="4">
        <dgm:presLayoutVars>
          <dgm:chPref val="3"/>
        </dgm:presLayoutVars>
      </dgm:prSet>
      <dgm:spPr/>
    </dgm:pt>
    <dgm:pt modelId="{A8D896FB-B849-4491-BC53-9A262C3F2B3D}" type="pres">
      <dgm:prSet presAssocID="{E751B8DB-6FE6-4D88-9BE7-5D392C733F59}" presName="hierChild2" presStyleCnt="0"/>
      <dgm:spPr/>
    </dgm:pt>
    <dgm:pt modelId="{07172C26-6935-4E92-AEAC-3F00EDB443C8}" type="pres">
      <dgm:prSet presAssocID="{EF3F0E21-7AF0-4B84-AD98-9A4D0F777C91}" presName="hierRoot1" presStyleCnt="0"/>
      <dgm:spPr/>
    </dgm:pt>
    <dgm:pt modelId="{B3F16AB0-8286-4FC9-BE68-858ECAB68B25}" type="pres">
      <dgm:prSet presAssocID="{EF3F0E21-7AF0-4B84-AD98-9A4D0F777C91}" presName="composite" presStyleCnt="0"/>
      <dgm:spPr/>
    </dgm:pt>
    <dgm:pt modelId="{D7349BEA-6E99-4767-B8F4-0E1247A64BC0}" type="pres">
      <dgm:prSet presAssocID="{EF3F0E21-7AF0-4B84-AD98-9A4D0F777C91}" presName="background" presStyleLbl="node0" presStyleIdx="2" presStyleCnt="4"/>
      <dgm:spPr/>
    </dgm:pt>
    <dgm:pt modelId="{1FC89664-1786-46A2-9632-30B0797AA09C}" type="pres">
      <dgm:prSet presAssocID="{EF3F0E21-7AF0-4B84-AD98-9A4D0F777C91}" presName="text" presStyleLbl="fgAcc0" presStyleIdx="2" presStyleCnt="4">
        <dgm:presLayoutVars>
          <dgm:chPref val="3"/>
        </dgm:presLayoutVars>
      </dgm:prSet>
      <dgm:spPr/>
    </dgm:pt>
    <dgm:pt modelId="{59FD3C9E-5E49-4491-915E-313B6256D037}" type="pres">
      <dgm:prSet presAssocID="{EF3F0E21-7AF0-4B84-AD98-9A4D0F777C91}" presName="hierChild2" presStyleCnt="0"/>
      <dgm:spPr/>
    </dgm:pt>
    <dgm:pt modelId="{1B9A5A6B-105D-4D9B-AF0D-04CC5ABD5983}" type="pres">
      <dgm:prSet presAssocID="{C6A43717-F459-4B13-A6B3-0E75A245DC84}" presName="hierRoot1" presStyleCnt="0"/>
      <dgm:spPr/>
    </dgm:pt>
    <dgm:pt modelId="{5FF73E46-A7DB-4BBF-9426-C27F20F1FCDD}" type="pres">
      <dgm:prSet presAssocID="{C6A43717-F459-4B13-A6B3-0E75A245DC84}" presName="composite" presStyleCnt="0"/>
      <dgm:spPr/>
    </dgm:pt>
    <dgm:pt modelId="{85532174-0A5E-4E2F-A198-206905B8FD43}" type="pres">
      <dgm:prSet presAssocID="{C6A43717-F459-4B13-A6B3-0E75A245DC84}" presName="background" presStyleLbl="node0" presStyleIdx="3" presStyleCnt="4"/>
      <dgm:spPr/>
    </dgm:pt>
    <dgm:pt modelId="{F22FB657-54E7-4DD2-A5B0-A222E6199FBD}" type="pres">
      <dgm:prSet presAssocID="{C6A43717-F459-4B13-A6B3-0E75A245DC84}" presName="text" presStyleLbl="fgAcc0" presStyleIdx="3" presStyleCnt="4">
        <dgm:presLayoutVars>
          <dgm:chPref val="3"/>
        </dgm:presLayoutVars>
      </dgm:prSet>
      <dgm:spPr/>
    </dgm:pt>
    <dgm:pt modelId="{C938B791-D7F5-4FBB-9F1D-EA5987AB02E2}" type="pres">
      <dgm:prSet presAssocID="{C6A43717-F459-4B13-A6B3-0E75A245DC84}" presName="hierChild2" presStyleCnt="0"/>
      <dgm:spPr/>
    </dgm:pt>
  </dgm:ptLst>
  <dgm:cxnLst>
    <dgm:cxn modelId="{45127022-9871-4DF9-A91D-FE122520EB81}" type="presOf" srcId="{BCBC3E1C-77D8-4622-8F86-47D2C4925035}" destId="{238ABBCD-0207-4ACC-9E52-7AE12447556B}" srcOrd="0" destOrd="0" presId="urn:microsoft.com/office/officeart/2005/8/layout/hierarchy1"/>
    <dgm:cxn modelId="{2E7BFA51-4C10-43EA-8D3F-0E705FBF731A}" type="presOf" srcId="{EF3F0E21-7AF0-4B84-AD98-9A4D0F777C91}" destId="{1FC89664-1786-46A2-9632-30B0797AA09C}" srcOrd="0" destOrd="0" presId="urn:microsoft.com/office/officeart/2005/8/layout/hierarchy1"/>
    <dgm:cxn modelId="{1C34AC7F-AB12-455F-8FCE-83735936E860}" srcId="{BCBC3E1C-77D8-4622-8F86-47D2C4925035}" destId="{C6A43717-F459-4B13-A6B3-0E75A245DC84}" srcOrd="3" destOrd="0" parTransId="{2079CBF4-90F9-448F-B4FD-3DF87338F389}" sibTransId="{4EC6A9D1-1778-472A-8526-25FC4BF29077}"/>
    <dgm:cxn modelId="{98BA489E-6E40-4510-BB3A-395BB053F172}" type="presOf" srcId="{5F738256-12A2-419E-AEA1-A397EF650EDD}" destId="{CB6CAE4E-062C-4763-8809-971E82D56D68}" srcOrd="0" destOrd="0" presId="urn:microsoft.com/office/officeart/2005/8/layout/hierarchy1"/>
    <dgm:cxn modelId="{CDF3A6A8-8BEA-49F7-BF9C-79EDACCB87E7}" type="presOf" srcId="{C6A43717-F459-4B13-A6B3-0E75A245DC84}" destId="{F22FB657-54E7-4DD2-A5B0-A222E6199FBD}" srcOrd="0" destOrd="0" presId="urn:microsoft.com/office/officeart/2005/8/layout/hierarchy1"/>
    <dgm:cxn modelId="{576BFCD8-E275-4094-9F72-DFE3777FB4F3}" srcId="{BCBC3E1C-77D8-4622-8F86-47D2C4925035}" destId="{5F738256-12A2-419E-AEA1-A397EF650EDD}" srcOrd="0" destOrd="0" parTransId="{8C9565C3-AA22-4A0C-9013-13BD9BE11D07}" sibTransId="{5C2DEF36-E1FA-4EAB-8143-5656FAC8283A}"/>
    <dgm:cxn modelId="{F16EEADA-06D9-4A58-9513-A946C8A174E6}" srcId="{BCBC3E1C-77D8-4622-8F86-47D2C4925035}" destId="{E751B8DB-6FE6-4D88-9BE7-5D392C733F59}" srcOrd="1" destOrd="0" parTransId="{581A5B4B-15BF-40B0-A68B-A2A89B8A594A}" sibTransId="{A6EAADEC-C124-44BC-917A-55C99B9A781C}"/>
    <dgm:cxn modelId="{9E3028E8-C49F-47B6-A394-9B54205615A2}" type="presOf" srcId="{E751B8DB-6FE6-4D88-9BE7-5D392C733F59}" destId="{8522DF74-A5E0-40E8-A59D-C4C0A9553681}" srcOrd="0" destOrd="0" presId="urn:microsoft.com/office/officeart/2005/8/layout/hierarchy1"/>
    <dgm:cxn modelId="{A45C98E9-6872-48AF-B856-27D882D13CE7}" srcId="{BCBC3E1C-77D8-4622-8F86-47D2C4925035}" destId="{EF3F0E21-7AF0-4B84-AD98-9A4D0F777C91}" srcOrd="2" destOrd="0" parTransId="{8E2C7A2D-75C7-4BC9-840B-F2655536F405}" sibTransId="{52137509-CF49-4E88-A87E-47C2B62488D2}"/>
    <dgm:cxn modelId="{E379B120-4F08-4ED9-B06E-CFE191331F81}" type="presParOf" srcId="{238ABBCD-0207-4ACC-9E52-7AE12447556B}" destId="{09E9C5FE-8A95-411A-98D6-CFA04E979104}" srcOrd="0" destOrd="0" presId="urn:microsoft.com/office/officeart/2005/8/layout/hierarchy1"/>
    <dgm:cxn modelId="{B7A36DE9-BC73-4E01-8489-C7BF767E921C}" type="presParOf" srcId="{09E9C5FE-8A95-411A-98D6-CFA04E979104}" destId="{59A87D11-52D2-4F38-AD54-84D52012E02C}" srcOrd="0" destOrd="0" presId="urn:microsoft.com/office/officeart/2005/8/layout/hierarchy1"/>
    <dgm:cxn modelId="{824859A4-4624-47B1-9437-B805710F8B08}" type="presParOf" srcId="{59A87D11-52D2-4F38-AD54-84D52012E02C}" destId="{BF517D1C-0735-41F7-974A-8EDAD54B0ABC}" srcOrd="0" destOrd="0" presId="urn:microsoft.com/office/officeart/2005/8/layout/hierarchy1"/>
    <dgm:cxn modelId="{7BF66569-0070-4D61-986B-20186F482543}" type="presParOf" srcId="{59A87D11-52D2-4F38-AD54-84D52012E02C}" destId="{CB6CAE4E-062C-4763-8809-971E82D56D68}" srcOrd="1" destOrd="0" presId="urn:microsoft.com/office/officeart/2005/8/layout/hierarchy1"/>
    <dgm:cxn modelId="{86585F79-BC13-48CB-86D3-AF4984E09457}" type="presParOf" srcId="{09E9C5FE-8A95-411A-98D6-CFA04E979104}" destId="{7F961A44-5364-4064-BA7A-7C3C63674ACD}" srcOrd="1" destOrd="0" presId="urn:microsoft.com/office/officeart/2005/8/layout/hierarchy1"/>
    <dgm:cxn modelId="{9370DF46-1ABA-4E90-BD72-9825B8C71427}" type="presParOf" srcId="{238ABBCD-0207-4ACC-9E52-7AE12447556B}" destId="{AB672A8A-5369-4FA7-9411-A17B6268390E}" srcOrd="1" destOrd="0" presId="urn:microsoft.com/office/officeart/2005/8/layout/hierarchy1"/>
    <dgm:cxn modelId="{E2A7D040-8689-4CD1-A028-9C68DF32D34F}" type="presParOf" srcId="{AB672A8A-5369-4FA7-9411-A17B6268390E}" destId="{26227D88-A592-4FC0-8AA1-E1C5243845AA}" srcOrd="0" destOrd="0" presId="urn:microsoft.com/office/officeart/2005/8/layout/hierarchy1"/>
    <dgm:cxn modelId="{51075F9A-E6F9-4145-ACA9-87AD8B0CBB84}" type="presParOf" srcId="{26227D88-A592-4FC0-8AA1-E1C5243845AA}" destId="{61F57343-DA26-470B-A7DB-CA493320E4D8}" srcOrd="0" destOrd="0" presId="urn:microsoft.com/office/officeart/2005/8/layout/hierarchy1"/>
    <dgm:cxn modelId="{7B93CF50-4623-4D0C-80AC-966020F38D94}" type="presParOf" srcId="{26227D88-A592-4FC0-8AA1-E1C5243845AA}" destId="{8522DF74-A5E0-40E8-A59D-C4C0A9553681}" srcOrd="1" destOrd="0" presId="urn:microsoft.com/office/officeart/2005/8/layout/hierarchy1"/>
    <dgm:cxn modelId="{1792C3C1-A716-43DF-8F31-F89D5E688361}" type="presParOf" srcId="{AB672A8A-5369-4FA7-9411-A17B6268390E}" destId="{A8D896FB-B849-4491-BC53-9A262C3F2B3D}" srcOrd="1" destOrd="0" presId="urn:microsoft.com/office/officeart/2005/8/layout/hierarchy1"/>
    <dgm:cxn modelId="{998DF1A3-00B8-4C2E-97FA-E136987DB308}" type="presParOf" srcId="{238ABBCD-0207-4ACC-9E52-7AE12447556B}" destId="{07172C26-6935-4E92-AEAC-3F00EDB443C8}" srcOrd="2" destOrd="0" presId="urn:microsoft.com/office/officeart/2005/8/layout/hierarchy1"/>
    <dgm:cxn modelId="{71FF9342-EBCF-43FC-9AEA-DEEF67D5C8AC}" type="presParOf" srcId="{07172C26-6935-4E92-AEAC-3F00EDB443C8}" destId="{B3F16AB0-8286-4FC9-BE68-858ECAB68B25}" srcOrd="0" destOrd="0" presId="urn:microsoft.com/office/officeart/2005/8/layout/hierarchy1"/>
    <dgm:cxn modelId="{253C2036-F146-4BF5-911F-2EA95119757C}" type="presParOf" srcId="{B3F16AB0-8286-4FC9-BE68-858ECAB68B25}" destId="{D7349BEA-6E99-4767-B8F4-0E1247A64BC0}" srcOrd="0" destOrd="0" presId="urn:microsoft.com/office/officeart/2005/8/layout/hierarchy1"/>
    <dgm:cxn modelId="{EA707FE5-4C8F-40F7-9B08-EB937034DB7D}" type="presParOf" srcId="{B3F16AB0-8286-4FC9-BE68-858ECAB68B25}" destId="{1FC89664-1786-46A2-9632-30B0797AA09C}" srcOrd="1" destOrd="0" presId="urn:microsoft.com/office/officeart/2005/8/layout/hierarchy1"/>
    <dgm:cxn modelId="{5F629806-586F-4CE8-8D96-9AA9B435ADC3}" type="presParOf" srcId="{07172C26-6935-4E92-AEAC-3F00EDB443C8}" destId="{59FD3C9E-5E49-4491-915E-313B6256D037}" srcOrd="1" destOrd="0" presId="urn:microsoft.com/office/officeart/2005/8/layout/hierarchy1"/>
    <dgm:cxn modelId="{040C254A-28C3-4215-8344-9A84CAC8AA43}" type="presParOf" srcId="{238ABBCD-0207-4ACC-9E52-7AE12447556B}" destId="{1B9A5A6B-105D-4D9B-AF0D-04CC5ABD5983}" srcOrd="3" destOrd="0" presId="urn:microsoft.com/office/officeart/2005/8/layout/hierarchy1"/>
    <dgm:cxn modelId="{B536087F-5C74-4921-8E79-480FB0C0A38D}" type="presParOf" srcId="{1B9A5A6B-105D-4D9B-AF0D-04CC5ABD5983}" destId="{5FF73E46-A7DB-4BBF-9426-C27F20F1FCDD}" srcOrd="0" destOrd="0" presId="urn:microsoft.com/office/officeart/2005/8/layout/hierarchy1"/>
    <dgm:cxn modelId="{D39934E1-9C98-4D33-BBAA-030B0E5736DF}" type="presParOf" srcId="{5FF73E46-A7DB-4BBF-9426-C27F20F1FCDD}" destId="{85532174-0A5E-4E2F-A198-206905B8FD43}" srcOrd="0" destOrd="0" presId="urn:microsoft.com/office/officeart/2005/8/layout/hierarchy1"/>
    <dgm:cxn modelId="{81749BA7-99AE-43B0-814F-E9ECA6785297}" type="presParOf" srcId="{5FF73E46-A7DB-4BBF-9426-C27F20F1FCDD}" destId="{F22FB657-54E7-4DD2-A5B0-A222E6199FBD}" srcOrd="1" destOrd="0" presId="urn:microsoft.com/office/officeart/2005/8/layout/hierarchy1"/>
    <dgm:cxn modelId="{7D6A9350-6A3F-4566-83EE-43543571AE4E}" type="presParOf" srcId="{1B9A5A6B-105D-4D9B-AF0D-04CC5ABD5983}" destId="{C938B791-D7F5-4FBB-9F1D-EA5987AB02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43110F-DAB3-45B2-881B-5FE0F63057B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F3CE919D-479F-44A1-82E2-89736C954128}">
      <dgm:prSet/>
      <dgm:spPr/>
      <dgm:t>
        <a:bodyPr/>
        <a:lstStyle/>
        <a:p>
          <a:r>
            <a:rPr lang="en-US"/>
            <a:t>Uses user–movie interaction data</a:t>
          </a:r>
        </a:p>
      </dgm:t>
    </dgm:pt>
    <dgm:pt modelId="{115D34D8-2685-4CC8-A184-77CAE7F99748}" type="parTrans" cxnId="{6C47BF27-FE52-4E8A-AE34-AFFC4CA158CD}">
      <dgm:prSet/>
      <dgm:spPr/>
      <dgm:t>
        <a:bodyPr/>
        <a:lstStyle/>
        <a:p>
          <a:endParaRPr lang="en-US"/>
        </a:p>
      </dgm:t>
    </dgm:pt>
    <dgm:pt modelId="{754B6F14-C136-4BBC-B9F4-739FC59A61FD}" type="sibTrans" cxnId="{6C47BF27-FE52-4E8A-AE34-AFFC4CA158CD}">
      <dgm:prSet/>
      <dgm:spPr/>
      <dgm:t>
        <a:bodyPr/>
        <a:lstStyle/>
        <a:p>
          <a:endParaRPr lang="en-US"/>
        </a:p>
      </dgm:t>
    </dgm:pt>
    <dgm:pt modelId="{7F634A45-C161-4552-B2F4-5B6249BF605C}">
      <dgm:prSet/>
      <dgm:spPr/>
      <dgm:t>
        <a:bodyPr/>
        <a:lstStyle/>
        <a:p>
          <a:r>
            <a:rPr lang="en-US"/>
            <a:t>User–item rating matrix construction</a:t>
          </a:r>
        </a:p>
      </dgm:t>
    </dgm:pt>
    <dgm:pt modelId="{B89749D0-C3C9-4EBC-9D1F-7BF7ADAC8C48}" type="parTrans" cxnId="{B70E4C36-108B-46B3-B9B4-8B6D59AE4FC8}">
      <dgm:prSet/>
      <dgm:spPr/>
      <dgm:t>
        <a:bodyPr/>
        <a:lstStyle/>
        <a:p>
          <a:endParaRPr lang="en-US"/>
        </a:p>
      </dgm:t>
    </dgm:pt>
    <dgm:pt modelId="{C701940B-41F2-4859-A0D1-B43B0EB99B4D}" type="sibTrans" cxnId="{B70E4C36-108B-46B3-B9B4-8B6D59AE4FC8}">
      <dgm:prSet/>
      <dgm:spPr/>
      <dgm:t>
        <a:bodyPr/>
        <a:lstStyle/>
        <a:p>
          <a:endParaRPr lang="en-US"/>
        </a:p>
      </dgm:t>
    </dgm:pt>
    <dgm:pt modelId="{AA131EB1-2458-4D9F-A855-7EE8C2C417B9}">
      <dgm:prSet/>
      <dgm:spPr/>
      <dgm:t>
        <a:bodyPr/>
        <a:lstStyle/>
        <a:p>
          <a:r>
            <a:rPr lang="en-US"/>
            <a:t>Matrix factorization (SVD)</a:t>
          </a:r>
        </a:p>
      </dgm:t>
    </dgm:pt>
    <dgm:pt modelId="{ACA5EE29-615C-4A91-8046-70CBDDC6DD94}" type="parTrans" cxnId="{2ED0AF17-E501-4CE8-9CB3-D85E22B1D26C}">
      <dgm:prSet/>
      <dgm:spPr/>
      <dgm:t>
        <a:bodyPr/>
        <a:lstStyle/>
        <a:p>
          <a:endParaRPr lang="en-US"/>
        </a:p>
      </dgm:t>
    </dgm:pt>
    <dgm:pt modelId="{94814774-0DDA-4077-A87A-586E4BDE8C1C}" type="sibTrans" cxnId="{2ED0AF17-E501-4CE8-9CB3-D85E22B1D26C}">
      <dgm:prSet/>
      <dgm:spPr/>
      <dgm:t>
        <a:bodyPr/>
        <a:lstStyle/>
        <a:p>
          <a:endParaRPr lang="en-US"/>
        </a:p>
      </dgm:t>
    </dgm:pt>
    <dgm:pt modelId="{94172B14-D136-4B23-AD51-4CEBF81CF7F5}">
      <dgm:prSet/>
      <dgm:spPr/>
      <dgm:t>
        <a:bodyPr/>
        <a:lstStyle/>
        <a:p>
          <a:r>
            <a:rPr lang="en-US"/>
            <a:t>Personalized recommendations</a:t>
          </a:r>
        </a:p>
      </dgm:t>
    </dgm:pt>
    <dgm:pt modelId="{928B2031-2AE9-4C48-88B4-00EA2E5C46DC}" type="parTrans" cxnId="{25EE77D3-2477-402D-96A6-A9C7482D1393}">
      <dgm:prSet/>
      <dgm:spPr/>
      <dgm:t>
        <a:bodyPr/>
        <a:lstStyle/>
        <a:p>
          <a:endParaRPr lang="en-US"/>
        </a:p>
      </dgm:t>
    </dgm:pt>
    <dgm:pt modelId="{1C90FCDB-8AEC-4C61-BFFD-4F76D94A1D74}" type="sibTrans" cxnId="{25EE77D3-2477-402D-96A6-A9C7482D1393}">
      <dgm:prSet/>
      <dgm:spPr/>
      <dgm:t>
        <a:bodyPr/>
        <a:lstStyle/>
        <a:p>
          <a:endParaRPr lang="en-US"/>
        </a:p>
      </dgm:t>
    </dgm:pt>
    <dgm:pt modelId="{2263162F-CFF0-416F-8C39-EA17BE1CFBDB}" type="pres">
      <dgm:prSet presAssocID="{E643110F-DAB3-45B2-881B-5FE0F63057B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471F135-763F-4216-A0E8-B49E7D571356}" type="pres">
      <dgm:prSet presAssocID="{F3CE919D-479F-44A1-82E2-89736C954128}" presName="hierRoot1" presStyleCnt="0"/>
      <dgm:spPr/>
    </dgm:pt>
    <dgm:pt modelId="{1B0AD8E5-26DE-4870-A6E2-CE344FB95D08}" type="pres">
      <dgm:prSet presAssocID="{F3CE919D-479F-44A1-82E2-89736C954128}" presName="composite" presStyleCnt="0"/>
      <dgm:spPr/>
    </dgm:pt>
    <dgm:pt modelId="{F85B1352-0D5E-48F2-A4A6-4D3A34C1B3C4}" type="pres">
      <dgm:prSet presAssocID="{F3CE919D-479F-44A1-82E2-89736C954128}" presName="background" presStyleLbl="node0" presStyleIdx="0" presStyleCnt="4"/>
      <dgm:spPr/>
    </dgm:pt>
    <dgm:pt modelId="{6711B1F9-4D09-4E53-B6EE-090BD7D60211}" type="pres">
      <dgm:prSet presAssocID="{F3CE919D-479F-44A1-82E2-89736C954128}" presName="text" presStyleLbl="fgAcc0" presStyleIdx="0" presStyleCnt="4">
        <dgm:presLayoutVars>
          <dgm:chPref val="3"/>
        </dgm:presLayoutVars>
      </dgm:prSet>
      <dgm:spPr/>
    </dgm:pt>
    <dgm:pt modelId="{BB2901BB-1864-4173-9B0B-3CCB8F08553C}" type="pres">
      <dgm:prSet presAssocID="{F3CE919D-479F-44A1-82E2-89736C954128}" presName="hierChild2" presStyleCnt="0"/>
      <dgm:spPr/>
    </dgm:pt>
    <dgm:pt modelId="{6AD11FAC-A9D5-496E-8081-69DC702023DF}" type="pres">
      <dgm:prSet presAssocID="{7F634A45-C161-4552-B2F4-5B6249BF605C}" presName="hierRoot1" presStyleCnt="0"/>
      <dgm:spPr/>
    </dgm:pt>
    <dgm:pt modelId="{5DD72C8E-14F6-4226-BD5C-EC9CA44A1807}" type="pres">
      <dgm:prSet presAssocID="{7F634A45-C161-4552-B2F4-5B6249BF605C}" presName="composite" presStyleCnt="0"/>
      <dgm:spPr/>
    </dgm:pt>
    <dgm:pt modelId="{04ED1DB9-DBEC-466B-A5FF-6FBB13B481F2}" type="pres">
      <dgm:prSet presAssocID="{7F634A45-C161-4552-B2F4-5B6249BF605C}" presName="background" presStyleLbl="node0" presStyleIdx="1" presStyleCnt="4"/>
      <dgm:spPr/>
    </dgm:pt>
    <dgm:pt modelId="{0888489A-08F8-4DF7-A459-7F577A0B87BD}" type="pres">
      <dgm:prSet presAssocID="{7F634A45-C161-4552-B2F4-5B6249BF605C}" presName="text" presStyleLbl="fgAcc0" presStyleIdx="1" presStyleCnt="4">
        <dgm:presLayoutVars>
          <dgm:chPref val="3"/>
        </dgm:presLayoutVars>
      </dgm:prSet>
      <dgm:spPr/>
    </dgm:pt>
    <dgm:pt modelId="{A8B44988-51FF-4B37-853A-14A4F817137F}" type="pres">
      <dgm:prSet presAssocID="{7F634A45-C161-4552-B2F4-5B6249BF605C}" presName="hierChild2" presStyleCnt="0"/>
      <dgm:spPr/>
    </dgm:pt>
    <dgm:pt modelId="{0F9492EE-EAF5-4969-9DA1-CD8396C71EE7}" type="pres">
      <dgm:prSet presAssocID="{AA131EB1-2458-4D9F-A855-7EE8C2C417B9}" presName="hierRoot1" presStyleCnt="0"/>
      <dgm:spPr/>
    </dgm:pt>
    <dgm:pt modelId="{DA9CAC1E-7614-4EAF-941B-389B791EF51E}" type="pres">
      <dgm:prSet presAssocID="{AA131EB1-2458-4D9F-A855-7EE8C2C417B9}" presName="composite" presStyleCnt="0"/>
      <dgm:spPr/>
    </dgm:pt>
    <dgm:pt modelId="{399595A9-35D7-4DAD-982F-9E7BA8F28F44}" type="pres">
      <dgm:prSet presAssocID="{AA131EB1-2458-4D9F-A855-7EE8C2C417B9}" presName="background" presStyleLbl="node0" presStyleIdx="2" presStyleCnt="4"/>
      <dgm:spPr/>
    </dgm:pt>
    <dgm:pt modelId="{6E009E72-B8EE-4FBB-AD19-003DC84D615C}" type="pres">
      <dgm:prSet presAssocID="{AA131EB1-2458-4D9F-A855-7EE8C2C417B9}" presName="text" presStyleLbl="fgAcc0" presStyleIdx="2" presStyleCnt="4">
        <dgm:presLayoutVars>
          <dgm:chPref val="3"/>
        </dgm:presLayoutVars>
      </dgm:prSet>
      <dgm:spPr/>
    </dgm:pt>
    <dgm:pt modelId="{D6D20B71-C313-4E46-94D9-C9B5EF15CCBC}" type="pres">
      <dgm:prSet presAssocID="{AA131EB1-2458-4D9F-A855-7EE8C2C417B9}" presName="hierChild2" presStyleCnt="0"/>
      <dgm:spPr/>
    </dgm:pt>
    <dgm:pt modelId="{8FE02974-2BE9-421B-BDA6-9DD882FD72BD}" type="pres">
      <dgm:prSet presAssocID="{94172B14-D136-4B23-AD51-4CEBF81CF7F5}" presName="hierRoot1" presStyleCnt="0"/>
      <dgm:spPr/>
    </dgm:pt>
    <dgm:pt modelId="{C0746EEA-C2EB-4CF4-BDA5-DF429F3B0148}" type="pres">
      <dgm:prSet presAssocID="{94172B14-D136-4B23-AD51-4CEBF81CF7F5}" presName="composite" presStyleCnt="0"/>
      <dgm:spPr/>
    </dgm:pt>
    <dgm:pt modelId="{3E78F977-985C-4FD5-BA01-1B8F4CDEBA51}" type="pres">
      <dgm:prSet presAssocID="{94172B14-D136-4B23-AD51-4CEBF81CF7F5}" presName="background" presStyleLbl="node0" presStyleIdx="3" presStyleCnt="4"/>
      <dgm:spPr/>
    </dgm:pt>
    <dgm:pt modelId="{C90609E3-42BF-4200-BDA1-AC1D26F0BAAD}" type="pres">
      <dgm:prSet presAssocID="{94172B14-D136-4B23-AD51-4CEBF81CF7F5}" presName="text" presStyleLbl="fgAcc0" presStyleIdx="3" presStyleCnt="4">
        <dgm:presLayoutVars>
          <dgm:chPref val="3"/>
        </dgm:presLayoutVars>
      </dgm:prSet>
      <dgm:spPr/>
    </dgm:pt>
    <dgm:pt modelId="{6D75674A-46AC-41FA-BB42-26A06DBC20B4}" type="pres">
      <dgm:prSet presAssocID="{94172B14-D136-4B23-AD51-4CEBF81CF7F5}" presName="hierChild2" presStyleCnt="0"/>
      <dgm:spPr/>
    </dgm:pt>
  </dgm:ptLst>
  <dgm:cxnLst>
    <dgm:cxn modelId="{2ED0AF17-E501-4CE8-9CB3-D85E22B1D26C}" srcId="{E643110F-DAB3-45B2-881B-5FE0F63057B2}" destId="{AA131EB1-2458-4D9F-A855-7EE8C2C417B9}" srcOrd="2" destOrd="0" parTransId="{ACA5EE29-615C-4A91-8046-70CBDDC6DD94}" sibTransId="{94814774-0DDA-4077-A87A-586E4BDE8C1C}"/>
    <dgm:cxn modelId="{6C47BF27-FE52-4E8A-AE34-AFFC4CA158CD}" srcId="{E643110F-DAB3-45B2-881B-5FE0F63057B2}" destId="{F3CE919D-479F-44A1-82E2-89736C954128}" srcOrd="0" destOrd="0" parTransId="{115D34D8-2685-4CC8-A184-77CAE7F99748}" sibTransId="{754B6F14-C136-4BBC-B9F4-739FC59A61FD}"/>
    <dgm:cxn modelId="{B70E4C36-108B-46B3-B9B4-8B6D59AE4FC8}" srcId="{E643110F-DAB3-45B2-881B-5FE0F63057B2}" destId="{7F634A45-C161-4552-B2F4-5B6249BF605C}" srcOrd="1" destOrd="0" parTransId="{B89749D0-C3C9-4EBC-9D1F-7BF7ADAC8C48}" sibTransId="{C701940B-41F2-4859-A0D1-B43B0EB99B4D}"/>
    <dgm:cxn modelId="{D8EBDEAD-4D24-45AB-A7CF-19CDB8BBE7D5}" type="presOf" srcId="{94172B14-D136-4B23-AD51-4CEBF81CF7F5}" destId="{C90609E3-42BF-4200-BDA1-AC1D26F0BAAD}" srcOrd="0" destOrd="0" presId="urn:microsoft.com/office/officeart/2005/8/layout/hierarchy1"/>
    <dgm:cxn modelId="{E62B09BC-D8CB-4E8E-B3A2-93D582D61E15}" type="presOf" srcId="{7F634A45-C161-4552-B2F4-5B6249BF605C}" destId="{0888489A-08F8-4DF7-A459-7F577A0B87BD}" srcOrd="0" destOrd="0" presId="urn:microsoft.com/office/officeart/2005/8/layout/hierarchy1"/>
    <dgm:cxn modelId="{25EE77D3-2477-402D-96A6-A9C7482D1393}" srcId="{E643110F-DAB3-45B2-881B-5FE0F63057B2}" destId="{94172B14-D136-4B23-AD51-4CEBF81CF7F5}" srcOrd="3" destOrd="0" parTransId="{928B2031-2AE9-4C48-88B4-00EA2E5C46DC}" sibTransId="{1C90FCDB-8AEC-4C61-BFFD-4F76D94A1D74}"/>
    <dgm:cxn modelId="{D08E6DD9-CEAC-46DD-BF11-DDC938C47769}" type="presOf" srcId="{E643110F-DAB3-45B2-881B-5FE0F63057B2}" destId="{2263162F-CFF0-416F-8C39-EA17BE1CFBDB}" srcOrd="0" destOrd="0" presId="urn:microsoft.com/office/officeart/2005/8/layout/hierarchy1"/>
    <dgm:cxn modelId="{080169E2-D252-4AB4-AB69-4622CDD6E70B}" type="presOf" srcId="{F3CE919D-479F-44A1-82E2-89736C954128}" destId="{6711B1F9-4D09-4E53-B6EE-090BD7D60211}" srcOrd="0" destOrd="0" presId="urn:microsoft.com/office/officeart/2005/8/layout/hierarchy1"/>
    <dgm:cxn modelId="{EEC6A1FD-835D-4D5F-8FA0-C4214D20622E}" type="presOf" srcId="{AA131EB1-2458-4D9F-A855-7EE8C2C417B9}" destId="{6E009E72-B8EE-4FBB-AD19-003DC84D615C}" srcOrd="0" destOrd="0" presId="urn:microsoft.com/office/officeart/2005/8/layout/hierarchy1"/>
    <dgm:cxn modelId="{AD1D95E0-B307-4563-A2CF-65B15D2DDFF6}" type="presParOf" srcId="{2263162F-CFF0-416F-8C39-EA17BE1CFBDB}" destId="{5471F135-763F-4216-A0E8-B49E7D571356}" srcOrd="0" destOrd="0" presId="urn:microsoft.com/office/officeart/2005/8/layout/hierarchy1"/>
    <dgm:cxn modelId="{61E161CC-0E40-4A82-AF51-2B16CE8C713C}" type="presParOf" srcId="{5471F135-763F-4216-A0E8-B49E7D571356}" destId="{1B0AD8E5-26DE-4870-A6E2-CE344FB95D08}" srcOrd="0" destOrd="0" presId="urn:microsoft.com/office/officeart/2005/8/layout/hierarchy1"/>
    <dgm:cxn modelId="{32293B03-7C02-4AEF-8F2D-2104D51BCCFD}" type="presParOf" srcId="{1B0AD8E5-26DE-4870-A6E2-CE344FB95D08}" destId="{F85B1352-0D5E-48F2-A4A6-4D3A34C1B3C4}" srcOrd="0" destOrd="0" presId="urn:microsoft.com/office/officeart/2005/8/layout/hierarchy1"/>
    <dgm:cxn modelId="{E2B6BEF5-4A3D-4BD2-86A2-196812D57BE8}" type="presParOf" srcId="{1B0AD8E5-26DE-4870-A6E2-CE344FB95D08}" destId="{6711B1F9-4D09-4E53-B6EE-090BD7D60211}" srcOrd="1" destOrd="0" presId="urn:microsoft.com/office/officeart/2005/8/layout/hierarchy1"/>
    <dgm:cxn modelId="{B5116D44-1BB4-4879-B9C2-9FF6C07527C5}" type="presParOf" srcId="{5471F135-763F-4216-A0E8-B49E7D571356}" destId="{BB2901BB-1864-4173-9B0B-3CCB8F08553C}" srcOrd="1" destOrd="0" presId="urn:microsoft.com/office/officeart/2005/8/layout/hierarchy1"/>
    <dgm:cxn modelId="{283F9323-4C69-43E7-AA57-7A7D0848C77D}" type="presParOf" srcId="{2263162F-CFF0-416F-8C39-EA17BE1CFBDB}" destId="{6AD11FAC-A9D5-496E-8081-69DC702023DF}" srcOrd="1" destOrd="0" presId="urn:microsoft.com/office/officeart/2005/8/layout/hierarchy1"/>
    <dgm:cxn modelId="{89383838-9DD6-4E59-BDF2-6FD2F07390A4}" type="presParOf" srcId="{6AD11FAC-A9D5-496E-8081-69DC702023DF}" destId="{5DD72C8E-14F6-4226-BD5C-EC9CA44A1807}" srcOrd="0" destOrd="0" presId="urn:microsoft.com/office/officeart/2005/8/layout/hierarchy1"/>
    <dgm:cxn modelId="{70FC4728-AB55-4E93-B5B2-D16F22F492C6}" type="presParOf" srcId="{5DD72C8E-14F6-4226-BD5C-EC9CA44A1807}" destId="{04ED1DB9-DBEC-466B-A5FF-6FBB13B481F2}" srcOrd="0" destOrd="0" presId="urn:microsoft.com/office/officeart/2005/8/layout/hierarchy1"/>
    <dgm:cxn modelId="{EF25036F-F60F-4BD7-96B7-4C9A2E78DFC4}" type="presParOf" srcId="{5DD72C8E-14F6-4226-BD5C-EC9CA44A1807}" destId="{0888489A-08F8-4DF7-A459-7F577A0B87BD}" srcOrd="1" destOrd="0" presId="urn:microsoft.com/office/officeart/2005/8/layout/hierarchy1"/>
    <dgm:cxn modelId="{DAA742E4-761D-4D99-84FB-7D2913AB6434}" type="presParOf" srcId="{6AD11FAC-A9D5-496E-8081-69DC702023DF}" destId="{A8B44988-51FF-4B37-853A-14A4F817137F}" srcOrd="1" destOrd="0" presId="urn:microsoft.com/office/officeart/2005/8/layout/hierarchy1"/>
    <dgm:cxn modelId="{1842AEC4-7E4D-423A-AA19-ED13F3F257D2}" type="presParOf" srcId="{2263162F-CFF0-416F-8C39-EA17BE1CFBDB}" destId="{0F9492EE-EAF5-4969-9DA1-CD8396C71EE7}" srcOrd="2" destOrd="0" presId="urn:microsoft.com/office/officeart/2005/8/layout/hierarchy1"/>
    <dgm:cxn modelId="{1CBBBAF3-E0CE-43A0-9D1F-A0645BEAAFA4}" type="presParOf" srcId="{0F9492EE-EAF5-4969-9DA1-CD8396C71EE7}" destId="{DA9CAC1E-7614-4EAF-941B-389B791EF51E}" srcOrd="0" destOrd="0" presId="urn:microsoft.com/office/officeart/2005/8/layout/hierarchy1"/>
    <dgm:cxn modelId="{AE9B404B-C055-4170-811A-10DCB59B1BD0}" type="presParOf" srcId="{DA9CAC1E-7614-4EAF-941B-389B791EF51E}" destId="{399595A9-35D7-4DAD-982F-9E7BA8F28F44}" srcOrd="0" destOrd="0" presId="urn:microsoft.com/office/officeart/2005/8/layout/hierarchy1"/>
    <dgm:cxn modelId="{F24EF647-D05F-4776-9DD3-4743F2BDC12A}" type="presParOf" srcId="{DA9CAC1E-7614-4EAF-941B-389B791EF51E}" destId="{6E009E72-B8EE-4FBB-AD19-003DC84D615C}" srcOrd="1" destOrd="0" presId="urn:microsoft.com/office/officeart/2005/8/layout/hierarchy1"/>
    <dgm:cxn modelId="{E89801A8-EE39-475F-9EAD-4E5DE53FB4F8}" type="presParOf" srcId="{0F9492EE-EAF5-4969-9DA1-CD8396C71EE7}" destId="{D6D20B71-C313-4E46-94D9-C9B5EF15CCBC}" srcOrd="1" destOrd="0" presId="urn:microsoft.com/office/officeart/2005/8/layout/hierarchy1"/>
    <dgm:cxn modelId="{F606C97A-D5B2-4D93-B16A-0AD52DA1953C}" type="presParOf" srcId="{2263162F-CFF0-416F-8C39-EA17BE1CFBDB}" destId="{8FE02974-2BE9-421B-BDA6-9DD882FD72BD}" srcOrd="3" destOrd="0" presId="urn:microsoft.com/office/officeart/2005/8/layout/hierarchy1"/>
    <dgm:cxn modelId="{C12DE71F-EE57-4496-8717-0F0E89FB11BD}" type="presParOf" srcId="{8FE02974-2BE9-421B-BDA6-9DD882FD72BD}" destId="{C0746EEA-C2EB-4CF4-BDA5-DF429F3B0148}" srcOrd="0" destOrd="0" presId="urn:microsoft.com/office/officeart/2005/8/layout/hierarchy1"/>
    <dgm:cxn modelId="{088DA3C5-00E6-44FF-9581-A91E21CCDF39}" type="presParOf" srcId="{C0746EEA-C2EB-4CF4-BDA5-DF429F3B0148}" destId="{3E78F977-985C-4FD5-BA01-1B8F4CDEBA51}" srcOrd="0" destOrd="0" presId="urn:microsoft.com/office/officeart/2005/8/layout/hierarchy1"/>
    <dgm:cxn modelId="{40EF7B24-A423-49C6-8E97-1A5C4859BC7B}" type="presParOf" srcId="{C0746EEA-C2EB-4CF4-BDA5-DF429F3B0148}" destId="{C90609E3-42BF-4200-BDA1-AC1D26F0BAAD}" srcOrd="1" destOrd="0" presId="urn:microsoft.com/office/officeart/2005/8/layout/hierarchy1"/>
    <dgm:cxn modelId="{D8A569CD-CD77-401A-8F89-6351E511A09D}" type="presParOf" srcId="{8FE02974-2BE9-421B-BDA6-9DD882FD72BD}" destId="{6D75674A-46AC-41FA-BB42-26A06DBC20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35C0BC4-9EF5-4749-BD39-C3C392EC97A3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D125FD6-0F84-4765-9734-5B26F51923BF}">
      <dgm:prSet/>
      <dgm:spPr/>
      <dgm:t>
        <a:bodyPr/>
        <a:lstStyle/>
        <a:p>
          <a:r>
            <a:rPr lang="en-US"/>
            <a:t>Combines content-based and collaborative models</a:t>
          </a:r>
        </a:p>
      </dgm:t>
    </dgm:pt>
    <dgm:pt modelId="{413D193A-78C0-4CB7-BAB4-868F9AD3F9B9}" type="parTrans" cxnId="{B40AFA48-F711-4610-9738-94B2CEFAA68A}">
      <dgm:prSet/>
      <dgm:spPr/>
      <dgm:t>
        <a:bodyPr/>
        <a:lstStyle/>
        <a:p>
          <a:endParaRPr lang="en-US"/>
        </a:p>
      </dgm:t>
    </dgm:pt>
    <dgm:pt modelId="{B5B077CB-AC6E-42ED-BFC5-4D83C6C94116}" type="sibTrans" cxnId="{B40AFA48-F711-4610-9738-94B2CEFAA68A}">
      <dgm:prSet/>
      <dgm:spPr/>
      <dgm:t>
        <a:bodyPr/>
        <a:lstStyle/>
        <a:p>
          <a:endParaRPr lang="en-US"/>
        </a:p>
      </dgm:t>
    </dgm:pt>
    <dgm:pt modelId="{D4907663-1E65-48ED-8CB3-1B46262BDC8A}">
      <dgm:prSet/>
      <dgm:spPr/>
      <dgm:t>
        <a:bodyPr/>
        <a:lstStyle/>
        <a:p>
          <a:r>
            <a:rPr lang="en-US"/>
            <a:t>Weighted score fusion</a:t>
          </a:r>
        </a:p>
      </dgm:t>
    </dgm:pt>
    <dgm:pt modelId="{0C6BB7D9-D81C-44BE-AC64-1A0E09E2BB5E}" type="parTrans" cxnId="{7BC702D3-25D4-410A-99DE-1CA3514EF562}">
      <dgm:prSet/>
      <dgm:spPr/>
      <dgm:t>
        <a:bodyPr/>
        <a:lstStyle/>
        <a:p>
          <a:endParaRPr lang="en-US"/>
        </a:p>
      </dgm:t>
    </dgm:pt>
    <dgm:pt modelId="{F87AF3E6-5DA7-4E90-B412-6C6891FD32A9}" type="sibTrans" cxnId="{7BC702D3-25D4-410A-99DE-1CA3514EF562}">
      <dgm:prSet/>
      <dgm:spPr/>
      <dgm:t>
        <a:bodyPr/>
        <a:lstStyle/>
        <a:p>
          <a:endParaRPr lang="en-US"/>
        </a:p>
      </dgm:t>
    </dgm:pt>
    <dgm:pt modelId="{72A76A84-1A39-4599-9AF2-FC4649FA8D63}">
      <dgm:prSet/>
      <dgm:spPr/>
      <dgm:t>
        <a:bodyPr/>
        <a:lstStyle/>
        <a:p>
          <a:r>
            <a:rPr lang="en-US"/>
            <a:t>Reduces cold-start problem</a:t>
          </a:r>
        </a:p>
      </dgm:t>
    </dgm:pt>
    <dgm:pt modelId="{B54FE042-342A-4949-BE73-043F24688F5B}" type="parTrans" cxnId="{1D66CCB4-8462-4BF0-AE46-BEE4FBE05787}">
      <dgm:prSet/>
      <dgm:spPr/>
      <dgm:t>
        <a:bodyPr/>
        <a:lstStyle/>
        <a:p>
          <a:endParaRPr lang="en-US"/>
        </a:p>
      </dgm:t>
    </dgm:pt>
    <dgm:pt modelId="{237231A6-8484-49EB-8F5D-ADFC46935EDC}" type="sibTrans" cxnId="{1D66CCB4-8462-4BF0-AE46-BEE4FBE05787}">
      <dgm:prSet/>
      <dgm:spPr/>
      <dgm:t>
        <a:bodyPr/>
        <a:lstStyle/>
        <a:p>
          <a:endParaRPr lang="en-US"/>
        </a:p>
      </dgm:t>
    </dgm:pt>
    <dgm:pt modelId="{B0001D08-9628-4357-AE1B-CEA2D8836F54}">
      <dgm:prSet/>
      <dgm:spPr/>
      <dgm:t>
        <a:bodyPr/>
        <a:lstStyle/>
        <a:p>
          <a:r>
            <a:rPr lang="en-US"/>
            <a:t>Improves accuracy and diversity</a:t>
          </a:r>
        </a:p>
      </dgm:t>
    </dgm:pt>
    <dgm:pt modelId="{8B8C589A-4700-4DA5-B54C-7E59B91CB9AC}" type="parTrans" cxnId="{E42A57BE-F7A4-44FC-9E6F-8BDC75470E5B}">
      <dgm:prSet/>
      <dgm:spPr/>
      <dgm:t>
        <a:bodyPr/>
        <a:lstStyle/>
        <a:p>
          <a:endParaRPr lang="en-US"/>
        </a:p>
      </dgm:t>
    </dgm:pt>
    <dgm:pt modelId="{ECD4C345-99CA-4FB3-9ECC-5BAEEE3D3CED}" type="sibTrans" cxnId="{E42A57BE-F7A4-44FC-9E6F-8BDC75470E5B}">
      <dgm:prSet/>
      <dgm:spPr/>
      <dgm:t>
        <a:bodyPr/>
        <a:lstStyle/>
        <a:p>
          <a:endParaRPr lang="en-US"/>
        </a:p>
      </dgm:t>
    </dgm:pt>
    <dgm:pt modelId="{794FCF87-C9B2-459B-A353-25735466235F}" type="pres">
      <dgm:prSet presAssocID="{D35C0BC4-9EF5-4749-BD39-C3C392EC97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C43E21F-4C19-4C87-8287-98A09F1EF003}" type="pres">
      <dgm:prSet presAssocID="{FD125FD6-0F84-4765-9734-5B26F51923BF}" presName="hierRoot1" presStyleCnt="0"/>
      <dgm:spPr/>
    </dgm:pt>
    <dgm:pt modelId="{4E905B4F-4323-4B64-ACCE-B4273D8716B7}" type="pres">
      <dgm:prSet presAssocID="{FD125FD6-0F84-4765-9734-5B26F51923BF}" presName="composite" presStyleCnt="0"/>
      <dgm:spPr/>
    </dgm:pt>
    <dgm:pt modelId="{DAABC785-490F-47A5-80E0-D50C6EE3A416}" type="pres">
      <dgm:prSet presAssocID="{FD125FD6-0F84-4765-9734-5B26F51923BF}" presName="background" presStyleLbl="node0" presStyleIdx="0" presStyleCnt="4"/>
      <dgm:spPr/>
    </dgm:pt>
    <dgm:pt modelId="{84F2A0A0-BD37-492D-B5B7-040FC725D4B4}" type="pres">
      <dgm:prSet presAssocID="{FD125FD6-0F84-4765-9734-5B26F51923BF}" presName="text" presStyleLbl="fgAcc0" presStyleIdx="0" presStyleCnt="4">
        <dgm:presLayoutVars>
          <dgm:chPref val="3"/>
        </dgm:presLayoutVars>
      </dgm:prSet>
      <dgm:spPr/>
    </dgm:pt>
    <dgm:pt modelId="{539E62E7-BC9F-4EAA-88E2-46C70D7932CC}" type="pres">
      <dgm:prSet presAssocID="{FD125FD6-0F84-4765-9734-5B26F51923BF}" presName="hierChild2" presStyleCnt="0"/>
      <dgm:spPr/>
    </dgm:pt>
    <dgm:pt modelId="{60340FD6-EBE5-44B9-AFCE-62E37D0B9AA1}" type="pres">
      <dgm:prSet presAssocID="{D4907663-1E65-48ED-8CB3-1B46262BDC8A}" presName="hierRoot1" presStyleCnt="0"/>
      <dgm:spPr/>
    </dgm:pt>
    <dgm:pt modelId="{37CCFE56-2FDF-4274-B865-B3BB638D4AE5}" type="pres">
      <dgm:prSet presAssocID="{D4907663-1E65-48ED-8CB3-1B46262BDC8A}" presName="composite" presStyleCnt="0"/>
      <dgm:spPr/>
    </dgm:pt>
    <dgm:pt modelId="{6E92CC21-7C67-4403-A914-186F2155395C}" type="pres">
      <dgm:prSet presAssocID="{D4907663-1E65-48ED-8CB3-1B46262BDC8A}" presName="background" presStyleLbl="node0" presStyleIdx="1" presStyleCnt="4"/>
      <dgm:spPr/>
    </dgm:pt>
    <dgm:pt modelId="{FEAE46C4-EA1E-4FF5-81D0-3D8BED1446FC}" type="pres">
      <dgm:prSet presAssocID="{D4907663-1E65-48ED-8CB3-1B46262BDC8A}" presName="text" presStyleLbl="fgAcc0" presStyleIdx="1" presStyleCnt="4">
        <dgm:presLayoutVars>
          <dgm:chPref val="3"/>
        </dgm:presLayoutVars>
      </dgm:prSet>
      <dgm:spPr/>
    </dgm:pt>
    <dgm:pt modelId="{783A4EE0-38F6-45E8-BC55-8B6C83D17C47}" type="pres">
      <dgm:prSet presAssocID="{D4907663-1E65-48ED-8CB3-1B46262BDC8A}" presName="hierChild2" presStyleCnt="0"/>
      <dgm:spPr/>
    </dgm:pt>
    <dgm:pt modelId="{82CDE421-495D-48CE-98F1-64258EBDEF23}" type="pres">
      <dgm:prSet presAssocID="{72A76A84-1A39-4599-9AF2-FC4649FA8D63}" presName="hierRoot1" presStyleCnt="0"/>
      <dgm:spPr/>
    </dgm:pt>
    <dgm:pt modelId="{920F0F5E-09F5-4837-A28E-175616FADB10}" type="pres">
      <dgm:prSet presAssocID="{72A76A84-1A39-4599-9AF2-FC4649FA8D63}" presName="composite" presStyleCnt="0"/>
      <dgm:spPr/>
    </dgm:pt>
    <dgm:pt modelId="{166B409E-3319-48C1-B11F-267DB3539661}" type="pres">
      <dgm:prSet presAssocID="{72A76A84-1A39-4599-9AF2-FC4649FA8D63}" presName="background" presStyleLbl="node0" presStyleIdx="2" presStyleCnt="4"/>
      <dgm:spPr/>
    </dgm:pt>
    <dgm:pt modelId="{EB0171B7-047D-4CCC-A2B6-7AFD04B9B60E}" type="pres">
      <dgm:prSet presAssocID="{72A76A84-1A39-4599-9AF2-FC4649FA8D63}" presName="text" presStyleLbl="fgAcc0" presStyleIdx="2" presStyleCnt="4">
        <dgm:presLayoutVars>
          <dgm:chPref val="3"/>
        </dgm:presLayoutVars>
      </dgm:prSet>
      <dgm:spPr/>
    </dgm:pt>
    <dgm:pt modelId="{235BC7AF-0EA0-4DCB-91BE-6193348D3A4E}" type="pres">
      <dgm:prSet presAssocID="{72A76A84-1A39-4599-9AF2-FC4649FA8D63}" presName="hierChild2" presStyleCnt="0"/>
      <dgm:spPr/>
    </dgm:pt>
    <dgm:pt modelId="{D50FF83C-2280-4FB0-B862-3088B2C5F975}" type="pres">
      <dgm:prSet presAssocID="{B0001D08-9628-4357-AE1B-CEA2D8836F54}" presName="hierRoot1" presStyleCnt="0"/>
      <dgm:spPr/>
    </dgm:pt>
    <dgm:pt modelId="{80B34401-8BCE-4C9B-AF2F-4BE3E99C0CD0}" type="pres">
      <dgm:prSet presAssocID="{B0001D08-9628-4357-AE1B-CEA2D8836F54}" presName="composite" presStyleCnt="0"/>
      <dgm:spPr/>
    </dgm:pt>
    <dgm:pt modelId="{4C7767E4-76D8-488D-96D4-41D7B1887C8F}" type="pres">
      <dgm:prSet presAssocID="{B0001D08-9628-4357-AE1B-CEA2D8836F54}" presName="background" presStyleLbl="node0" presStyleIdx="3" presStyleCnt="4"/>
      <dgm:spPr/>
    </dgm:pt>
    <dgm:pt modelId="{2767B686-61C4-4C2D-B541-E43708E2E1F1}" type="pres">
      <dgm:prSet presAssocID="{B0001D08-9628-4357-AE1B-CEA2D8836F54}" presName="text" presStyleLbl="fgAcc0" presStyleIdx="3" presStyleCnt="4">
        <dgm:presLayoutVars>
          <dgm:chPref val="3"/>
        </dgm:presLayoutVars>
      </dgm:prSet>
      <dgm:spPr/>
    </dgm:pt>
    <dgm:pt modelId="{549DA8C2-C672-4E2C-83FA-C693ED184D54}" type="pres">
      <dgm:prSet presAssocID="{B0001D08-9628-4357-AE1B-CEA2D8836F54}" presName="hierChild2" presStyleCnt="0"/>
      <dgm:spPr/>
    </dgm:pt>
  </dgm:ptLst>
  <dgm:cxnLst>
    <dgm:cxn modelId="{A0A10D46-991D-4BD6-897C-C8C5D2704F45}" type="presOf" srcId="{B0001D08-9628-4357-AE1B-CEA2D8836F54}" destId="{2767B686-61C4-4C2D-B541-E43708E2E1F1}" srcOrd="0" destOrd="0" presId="urn:microsoft.com/office/officeart/2005/8/layout/hierarchy1"/>
    <dgm:cxn modelId="{B40AFA48-F711-4610-9738-94B2CEFAA68A}" srcId="{D35C0BC4-9EF5-4749-BD39-C3C392EC97A3}" destId="{FD125FD6-0F84-4765-9734-5B26F51923BF}" srcOrd="0" destOrd="0" parTransId="{413D193A-78C0-4CB7-BAB4-868F9AD3F9B9}" sibTransId="{B5B077CB-AC6E-42ED-BFC5-4D83C6C94116}"/>
    <dgm:cxn modelId="{F467835A-4061-4458-8090-CDB79BB3AE7A}" type="presOf" srcId="{D35C0BC4-9EF5-4749-BD39-C3C392EC97A3}" destId="{794FCF87-C9B2-459B-A353-25735466235F}" srcOrd="0" destOrd="0" presId="urn:microsoft.com/office/officeart/2005/8/layout/hierarchy1"/>
    <dgm:cxn modelId="{08FF097B-D8E7-459F-9CE6-62CAE00428E4}" type="presOf" srcId="{72A76A84-1A39-4599-9AF2-FC4649FA8D63}" destId="{EB0171B7-047D-4CCC-A2B6-7AFD04B9B60E}" srcOrd="0" destOrd="0" presId="urn:microsoft.com/office/officeart/2005/8/layout/hierarchy1"/>
    <dgm:cxn modelId="{00559DA7-ED72-46FA-AFC7-8F68C381E341}" type="presOf" srcId="{D4907663-1E65-48ED-8CB3-1B46262BDC8A}" destId="{FEAE46C4-EA1E-4FF5-81D0-3D8BED1446FC}" srcOrd="0" destOrd="0" presId="urn:microsoft.com/office/officeart/2005/8/layout/hierarchy1"/>
    <dgm:cxn modelId="{1D66CCB4-8462-4BF0-AE46-BEE4FBE05787}" srcId="{D35C0BC4-9EF5-4749-BD39-C3C392EC97A3}" destId="{72A76A84-1A39-4599-9AF2-FC4649FA8D63}" srcOrd="2" destOrd="0" parTransId="{B54FE042-342A-4949-BE73-043F24688F5B}" sibTransId="{237231A6-8484-49EB-8F5D-ADFC46935EDC}"/>
    <dgm:cxn modelId="{E42A57BE-F7A4-44FC-9E6F-8BDC75470E5B}" srcId="{D35C0BC4-9EF5-4749-BD39-C3C392EC97A3}" destId="{B0001D08-9628-4357-AE1B-CEA2D8836F54}" srcOrd="3" destOrd="0" parTransId="{8B8C589A-4700-4DA5-B54C-7E59B91CB9AC}" sibTransId="{ECD4C345-99CA-4FB3-9ECC-5BAEEE3D3CED}"/>
    <dgm:cxn modelId="{7BC702D3-25D4-410A-99DE-1CA3514EF562}" srcId="{D35C0BC4-9EF5-4749-BD39-C3C392EC97A3}" destId="{D4907663-1E65-48ED-8CB3-1B46262BDC8A}" srcOrd="1" destOrd="0" parTransId="{0C6BB7D9-D81C-44BE-AC64-1A0E09E2BB5E}" sibTransId="{F87AF3E6-5DA7-4E90-B412-6C6891FD32A9}"/>
    <dgm:cxn modelId="{60559ADE-425E-4D7D-A9B8-F09A5610B60F}" type="presOf" srcId="{FD125FD6-0F84-4765-9734-5B26F51923BF}" destId="{84F2A0A0-BD37-492D-B5B7-040FC725D4B4}" srcOrd="0" destOrd="0" presId="urn:microsoft.com/office/officeart/2005/8/layout/hierarchy1"/>
    <dgm:cxn modelId="{4FE58E8B-F3AB-40A0-A650-C15E701FCFFE}" type="presParOf" srcId="{794FCF87-C9B2-459B-A353-25735466235F}" destId="{8C43E21F-4C19-4C87-8287-98A09F1EF003}" srcOrd="0" destOrd="0" presId="urn:microsoft.com/office/officeart/2005/8/layout/hierarchy1"/>
    <dgm:cxn modelId="{4CF9747C-61A4-43B9-A081-7BB682282EDF}" type="presParOf" srcId="{8C43E21F-4C19-4C87-8287-98A09F1EF003}" destId="{4E905B4F-4323-4B64-ACCE-B4273D8716B7}" srcOrd="0" destOrd="0" presId="urn:microsoft.com/office/officeart/2005/8/layout/hierarchy1"/>
    <dgm:cxn modelId="{206C0557-478D-47FB-9CC7-0951BAB5D48F}" type="presParOf" srcId="{4E905B4F-4323-4B64-ACCE-B4273D8716B7}" destId="{DAABC785-490F-47A5-80E0-D50C6EE3A416}" srcOrd="0" destOrd="0" presId="urn:microsoft.com/office/officeart/2005/8/layout/hierarchy1"/>
    <dgm:cxn modelId="{90877BDC-1169-49C2-A032-99673E86C1BC}" type="presParOf" srcId="{4E905B4F-4323-4B64-ACCE-B4273D8716B7}" destId="{84F2A0A0-BD37-492D-B5B7-040FC725D4B4}" srcOrd="1" destOrd="0" presId="urn:microsoft.com/office/officeart/2005/8/layout/hierarchy1"/>
    <dgm:cxn modelId="{C3469FE8-C3EE-4DA6-8130-2EE07DE5FD62}" type="presParOf" srcId="{8C43E21F-4C19-4C87-8287-98A09F1EF003}" destId="{539E62E7-BC9F-4EAA-88E2-46C70D7932CC}" srcOrd="1" destOrd="0" presId="urn:microsoft.com/office/officeart/2005/8/layout/hierarchy1"/>
    <dgm:cxn modelId="{7664B9DB-269A-407B-8B3F-FAA2A76A32F2}" type="presParOf" srcId="{794FCF87-C9B2-459B-A353-25735466235F}" destId="{60340FD6-EBE5-44B9-AFCE-62E37D0B9AA1}" srcOrd="1" destOrd="0" presId="urn:microsoft.com/office/officeart/2005/8/layout/hierarchy1"/>
    <dgm:cxn modelId="{34E75FB4-5BC1-4F67-958D-5D1C212982A2}" type="presParOf" srcId="{60340FD6-EBE5-44B9-AFCE-62E37D0B9AA1}" destId="{37CCFE56-2FDF-4274-B865-B3BB638D4AE5}" srcOrd="0" destOrd="0" presId="urn:microsoft.com/office/officeart/2005/8/layout/hierarchy1"/>
    <dgm:cxn modelId="{EA2E7A94-FCB9-4F63-B197-9DFD38937F95}" type="presParOf" srcId="{37CCFE56-2FDF-4274-B865-B3BB638D4AE5}" destId="{6E92CC21-7C67-4403-A914-186F2155395C}" srcOrd="0" destOrd="0" presId="urn:microsoft.com/office/officeart/2005/8/layout/hierarchy1"/>
    <dgm:cxn modelId="{62B80C61-08A8-4616-92AC-8C98BADE09D2}" type="presParOf" srcId="{37CCFE56-2FDF-4274-B865-B3BB638D4AE5}" destId="{FEAE46C4-EA1E-4FF5-81D0-3D8BED1446FC}" srcOrd="1" destOrd="0" presId="urn:microsoft.com/office/officeart/2005/8/layout/hierarchy1"/>
    <dgm:cxn modelId="{F8E1723D-C8D0-4FE5-A6B8-D0F217FA5914}" type="presParOf" srcId="{60340FD6-EBE5-44B9-AFCE-62E37D0B9AA1}" destId="{783A4EE0-38F6-45E8-BC55-8B6C83D17C47}" srcOrd="1" destOrd="0" presId="urn:microsoft.com/office/officeart/2005/8/layout/hierarchy1"/>
    <dgm:cxn modelId="{740D3D98-23B9-41FF-8300-5460927396B2}" type="presParOf" srcId="{794FCF87-C9B2-459B-A353-25735466235F}" destId="{82CDE421-495D-48CE-98F1-64258EBDEF23}" srcOrd="2" destOrd="0" presId="urn:microsoft.com/office/officeart/2005/8/layout/hierarchy1"/>
    <dgm:cxn modelId="{6DCEC65D-FFBD-405C-B719-FAE8D82194D2}" type="presParOf" srcId="{82CDE421-495D-48CE-98F1-64258EBDEF23}" destId="{920F0F5E-09F5-4837-A28E-175616FADB10}" srcOrd="0" destOrd="0" presId="urn:microsoft.com/office/officeart/2005/8/layout/hierarchy1"/>
    <dgm:cxn modelId="{731D6319-AD5A-44F7-AA4F-418F7DE759BF}" type="presParOf" srcId="{920F0F5E-09F5-4837-A28E-175616FADB10}" destId="{166B409E-3319-48C1-B11F-267DB3539661}" srcOrd="0" destOrd="0" presId="urn:microsoft.com/office/officeart/2005/8/layout/hierarchy1"/>
    <dgm:cxn modelId="{5FCB0E51-25E8-49D9-B282-D505FD4648B7}" type="presParOf" srcId="{920F0F5E-09F5-4837-A28E-175616FADB10}" destId="{EB0171B7-047D-4CCC-A2B6-7AFD04B9B60E}" srcOrd="1" destOrd="0" presId="urn:microsoft.com/office/officeart/2005/8/layout/hierarchy1"/>
    <dgm:cxn modelId="{DEA836FB-8667-4E64-BF65-397741B44AE0}" type="presParOf" srcId="{82CDE421-495D-48CE-98F1-64258EBDEF23}" destId="{235BC7AF-0EA0-4DCB-91BE-6193348D3A4E}" srcOrd="1" destOrd="0" presId="urn:microsoft.com/office/officeart/2005/8/layout/hierarchy1"/>
    <dgm:cxn modelId="{8FDC5D0B-58C6-4A59-9E27-5556FCCAD6D0}" type="presParOf" srcId="{794FCF87-C9B2-459B-A353-25735466235F}" destId="{D50FF83C-2280-4FB0-B862-3088B2C5F975}" srcOrd="3" destOrd="0" presId="urn:microsoft.com/office/officeart/2005/8/layout/hierarchy1"/>
    <dgm:cxn modelId="{BC5C02E1-1452-49BE-9748-E7A807197CEB}" type="presParOf" srcId="{D50FF83C-2280-4FB0-B862-3088B2C5F975}" destId="{80B34401-8BCE-4C9B-AF2F-4BE3E99C0CD0}" srcOrd="0" destOrd="0" presId="urn:microsoft.com/office/officeart/2005/8/layout/hierarchy1"/>
    <dgm:cxn modelId="{94FEBC56-1682-49DE-84B8-F0F3572CA942}" type="presParOf" srcId="{80B34401-8BCE-4C9B-AF2F-4BE3E99C0CD0}" destId="{4C7767E4-76D8-488D-96D4-41D7B1887C8F}" srcOrd="0" destOrd="0" presId="urn:microsoft.com/office/officeart/2005/8/layout/hierarchy1"/>
    <dgm:cxn modelId="{7ADE8D0E-2529-430A-B8CC-CCCF95A0E1DC}" type="presParOf" srcId="{80B34401-8BCE-4C9B-AF2F-4BE3E99C0CD0}" destId="{2767B686-61C4-4C2D-B541-E43708E2E1F1}" srcOrd="1" destOrd="0" presId="urn:microsoft.com/office/officeart/2005/8/layout/hierarchy1"/>
    <dgm:cxn modelId="{089034DE-79FD-4177-B188-0960B98E5079}" type="presParOf" srcId="{D50FF83C-2280-4FB0-B862-3088B2C5F975}" destId="{549DA8C2-C672-4E2C-83FA-C693ED184D5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E4B53E-5B7C-4FD9-B268-69B8B95FB1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74BA990-26EA-41EC-8780-5B9E7CC16AA7}">
      <dgm:prSet custT="1"/>
      <dgm:spPr/>
      <dgm:t>
        <a:bodyPr/>
        <a:lstStyle/>
        <a:p>
          <a:r>
            <a:rPr lang="en-US" sz="2200" dirty="0"/>
            <a:t>RMSE for rating prediction accuracy</a:t>
          </a:r>
        </a:p>
      </dgm:t>
    </dgm:pt>
    <dgm:pt modelId="{F5EB0967-7357-4E6B-84A7-5D9525BF99E2}" type="parTrans" cxnId="{B944BF0E-BEFC-43E5-922E-DFEC67A76AFC}">
      <dgm:prSet/>
      <dgm:spPr/>
      <dgm:t>
        <a:bodyPr/>
        <a:lstStyle/>
        <a:p>
          <a:endParaRPr lang="en-US" sz="2200"/>
        </a:p>
      </dgm:t>
    </dgm:pt>
    <dgm:pt modelId="{B035B65E-5099-4182-B201-2E364C4DD396}" type="sibTrans" cxnId="{B944BF0E-BEFC-43E5-922E-DFEC67A76AFC}">
      <dgm:prSet/>
      <dgm:spPr/>
      <dgm:t>
        <a:bodyPr/>
        <a:lstStyle/>
        <a:p>
          <a:endParaRPr lang="en-US" sz="2200"/>
        </a:p>
      </dgm:t>
    </dgm:pt>
    <dgm:pt modelId="{71B66130-4EF2-4DEA-B4CA-EB92E92ADFFD}">
      <dgm:prSet custT="1"/>
      <dgm:spPr/>
      <dgm:t>
        <a:bodyPr/>
        <a:lstStyle/>
        <a:p>
          <a:r>
            <a:rPr lang="en-US" sz="2200" dirty="0" err="1"/>
            <a:t>Precision@K</a:t>
          </a:r>
          <a:r>
            <a:rPr lang="en-US" sz="2200" dirty="0"/>
            <a:t> for recommendation relevance</a:t>
          </a:r>
        </a:p>
      </dgm:t>
    </dgm:pt>
    <dgm:pt modelId="{3D6C87D4-E455-4841-8994-BA61DC7D4F30}" type="parTrans" cxnId="{9F60F72F-ED20-4952-BEC5-AD0E1035A196}">
      <dgm:prSet/>
      <dgm:spPr/>
      <dgm:t>
        <a:bodyPr/>
        <a:lstStyle/>
        <a:p>
          <a:endParaRPr lang="en-US" sz="2200"/>
        </a:p>
      </dgm:t>
    </dgm:pt>
    <dgm:pt modelId="{415352DD-9CFC-40F2-A9E3-31E40383797B}" type="sibTrans" cxnId="{9F60F72F-ED20-4952-BEC5-AD0E1035A196}">
      <dgm:prSet/>
      <dgm:spPr/>
      <dgm:t>
        <a:bodyPr/>
        <a:lstStyle/>
        <a:p>
          <a:endParaRPr lang="en-US" sz="2200"/>
        </a:p>
      </dgm:t>
    </dgm:pt>
    <dgm:pt modelId="{3073F8C7-1D56-4839-AA32-39E79577D0B9}">
      <dgm:prSet custT="1"/>
      <dgm:spPr/>
      <dgm:t>
        <a:bodyPr/>
        <a:lstStyle/>
        <a:p>
          <a:r>
            <a:rPr lang="en-US" sz="2200"/>
            <a:t>Recall@K for coverage of relevant items</a:t>
          </a:r>
        </a:p>
      </dgm:t>
    </dgm:pt>
    <dgm:pt modelId="{2DCDE86C-7488-44B3-9ABE-33F0BDBDCA93}" type="parTrans" cxnId="{8590D854-B835-4680-BA80-65E5E34AE793}">
      <dgm:prSet/>
      <dgm:spPr/>
      <dgm:t>
        <a:bodyPr/>
        <a:lstStyle/>
        <a:p>
          <a:endParaRPr lang="en-US" sz="2200"/>
        </a:p>
      </dgm:t>
    </dgm:pt>
    <dgm:pt modelId="{9C611F2A-7314-44C9-9D69-C18892556F57}" type="sibTrans" cxnId="{8590D854-B835-4680-BA80-65E5E34AE793}">
      <dgm:prSet/>
      <dgm:spPr/>
      <dgm:t>
        <a:bodyPr/>
        <a:lstStyle/>
        <a:p>
          <a:endParaRPr lang="en-US" sz="2200"/>
        </a:p>
      </dgm:t>
    </dgm:pt>
    <dgm:pt modelId="{868CC94A-9756-480D-8BBD-9D0FCBBA7CDF}" type="pres">
      <dgm:prSet presAssocID="{F7E4B53E-5B7C-4FD9-B268-69B8B95FB10F}" presName="root" presStyleCnt="0">
        <dgm:presLayoutVars>
          <dgm:dir/>
          <dgm:resizeHandles val="exact"/>
        </dgm:presLayoutVars>
      </dgm:prSet>
      <dgm:spPr/>
    </dgm:pt>
    <dgm:pt modelId="{03BD4E3C-E7E6-4F49-81A9-A79CD920C304}" type="pres">
      <dgm:prSet presAssocID="{474BA990-26EA-41EC-8780-5B9E7CC16AA7}" presName="compNode" presStyleCnt="0"/>
      <dgm:spPr/>
    </dgm:pt>
    <dgm:pt modelId="{4B66F29B-4AFC-42B1-823B-83EDC9454C41}" type="pres">
      <dgm:prSet presAssocID="{474BA990-26EA-41EC-8780-5B9E7CC16AA7}" presName="bgRect" presStyleLbl="bgShp" presStyleIdx="0" presStyleCnt="3"/>
      <dgm:spPr/>
    </dgm:pt>
    <dgm:pt modelId="{18E196CF-262C-4E82-8BA9-24CDD8073143}" type="pres">
      <dgm:prSet presAssocID="{474BA990-26EA-41EC-8780-5B9E7CC16A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B394AE1-8EE7-4AE0-9133-5FCD36760B4B}" type="pres">
      <dgm:prSet presAssocID="{474BA990-26EA-41EC-8780-5B9E7CC16AA7}" presName="spaceRect" presStyleCnt="0"/>
      <dgm:spPr/>
    </dgm:pt>
    <dgm:pt modelId="{8319DA93-BE3C-4F3E-A644-E12B83E4B62D}" type="pres">
      <dgm:prSet presAssocID="{474BA990-26EA-41EC-8780-5B9E7CC16AA7}" presName="parTx" presStyleLbl="revTx" presStyleIdx="0" presStyleCnt="3">
        <dgm:presLayoutVars>
          <dgm:chMax val="0"/>
          <dgm:chPref val="0"/>
        </dgm:presLayoutVars>
      </dgm:prSet>
      <dgm:spPr/>
    </dgm:pt>
    <dgm:pt modelId="{D072BA02-7BA4-425E-96D5-372CE27135DA}" type="pres">
      <dgm:prSet presAssocID="{B035B65E-5099-4182-B201-2E364C4DD396}" presName="sibTrans" presStyleCnt="0"/>
      <dgm:spPr/>
    </dgm:pt>
    <dgm:pt modelId="{97273E15-70C2-4D64-9481-61DF5467903D}" type="pres">
      <dgm:prSet presAssocID="{71B66130-4EF2-4DEA-B4CA-EB92E92ADFFD}" presName="compNode" presStyleCnt="0"/>
      <dgm:spPr/>
    </dgm:pt>
    <dgm:pt modelId="{781C8AA2-8372-46A1-8C1B-46D5569D58EA}" type="pres">
      <dgm:prSet presAssocID="{71B66130-4EF2-4DEA-B4CA-EB92E92ADFFD}" presName="bgRect" presStyleLbl="bgShp" presStyleIdx="1" presStyleCnt="3"/>
      <dgm:spPr/>
    </dgm:pt>
    <dgm:pt modelId="{4E5F1258-218A-4779-BCE7-3DAEE6B34EF9}" type="pres">
      <dgm:prSet presAssocID="{71B66130-4EF2-4DEA-B4CA-EB92E92ADF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029A4AD-9E11-43C2-9A79-2129718269D0}" type="pres">
      <dgm:prSet presAssocID="{71B66130-4EF2-4DEA-B4CA-EB92E92ADFFD}" presName="spaceRect" presStyleCnt="0"/>
      <dgm:spPr/>
    </dgm:pt>
    <dgm:pt modelId="{A1E2249E-2049-4690-AF43-073C4352630F}" type="pres">
      <dgm:prSet presAssocID="{71B66130-4EF2-4DEA-B4CA-EB92E92ADFFD}" presName="parTx" presStyleLbl="revTx" presStyleIdx="1" presStyleCnt="3">
        <dgm:presLayoutVars>
          <dgm:chMax val="0"/>
          <dgm:chPref val="0"/>
        </dgm:presLayoutVars>
      </dgm:prSet>
      <dgm:spPr/>
    </dgm:pt>
    <dgm:pt modelId="{66109758-CF54-4120-A30D-129C0207F4AB}" type="pres">
      <dgm:prSet presAssocID="{415352DD-9CFC-40F2-A9E3-31E40383797B}" presName="sibTrans" presStyleCnt="0"/>
      <dgm:spPr/>
    </dgm:pt>
    <dgm:pt modelId="{7D9DB7ED-7B91-4330-907C-D045610DD250}" type="pres">
      <dgm:prSet presAssocID="{3073F8C7-1D56-4839-AA32-39E79577D0B9}" presName="compNode" presStyleCnt="0"/>
      <dgm:spPr/>
    </dgm:pt>
    <dgm:pt modelId="{F7BE00BC-A7F8-4418-98E9-69DC6764E745}" type="pres">
      <dgm:prSet presAssocID="{3073F8C7-1D56-4839-AA32-39E79577D0B9}" presName="bgRect" presStyleLbl="bgShp" presStyleIdx="2" presStyleCnt="3"/>
      <dgm:spPr/>
    </dgm:pt>
    <dgm:pt modelId="{0EE4C310-7885-438D-B982-96D6C4D25567}" type="pres">
      <dgm:prSet presAssocID="{3073F8C7-1D56-4839-AA32-39E79577D0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"/>
        </a:ext>
      </dgm:extLst>
    </dgm:pt>
    <dgm:pt modelId="{EC6D6CCB-74C7-4AF8-ACCB-BA5BB335E463}" type="pres">
      <dgm:prSet presAssocID="{3073F8C7-1D56-4839-AA32-39E79577D0B9}" presName="spaceRect" presStyleCnt="0"/>
      <dgm:spPr/>
    </dgm:pt>
    <dgm:pt modelId="{577D9AC4-EB28-41B7-8403-9F6A74CAEF20}" type="pres">
      <dgm:prSet presAssocID="{3073F8C7-1D56-4839-AA32-39E79577D0B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9AAD40A-04EE-4229-AF83-96B2E9BCD4AD}" type="presOf" srcId="{474BA990-26EA-41EC-8780-5B9E7CC16AA7}" destId="{8319DA93-BE3C-4F3E-A644-E12B83E4B62D}" srcOrd="0" destOrd="0" presId="urn:microsoft.com/office/officeart/2018/2/layout/IconVerticalSolidList"/>
    <dgm:cxn modelId="{B944BF0E-BEFC-43E5-922E-DFEC67A76AFC}" srcId="{F7E4B53E-5B7C-4FD9-B268-69B8B95FB10F}" destId="{474BA990-26EA-41EC-8780-5B9E7CC16AA7}" srcOrd="0" destOrd="0" parTransId="{F5EB0967-7357-4E6B-84A7-5D9525BF99E2}" sibTransId="{B035B65E-5099-4182-B201-2E364C4DD396}"/>
    <dgm:cxn modelId="{9F60F72F-ED20-4952-BEC5-AD0E1035A196}" srcId="{F7E4B53E-5B7C-4FD9-B268-69B8B95FB10F}" destId="{71B66130-4EF2-4DEA-B4CA-EB92E92ADFFD}" srcOrd="1" destOrd="0" parTransId="{3D6C87D4-E455-4841-8994-BA61DC7D4F30}" sibTransId="{415352DD-9CFC-40F2-A9E3-31E40383797B}"/>
    <dgm:cxn modelId="{9C700C45-BA6E-44EB-A1F9-922D8203FC43}" type="presOf" srcId="{F7E4B53E-5B7C-4FD9-B268-69B8B95FB10F}" destId="{868CC94A-9756-480D-8BBD-9D0FCBBA7CDF}" srcOrd="0" destOrd="0" presId="urn:microsoft.com/office/officeart/2018/2/layout/IconVerticalSolidList"/>
    <dgm:cxn modelId="{8590D854-B835-4680-BA80-65E5E34AE793}" srcId="{F7E4B53E-5B7C-4FD9-B268-69B8B95FB10F}" destId="{3073F8C7-1D56-4839-AA32-39E79577D0B9}" srcOrd="2" destOrd="0" parTransId="{2DCDE86C-7488-44B3-9ABE-33F0BDBDCA93}" sibTransId="{9C611F2A-7314-44C9-9D69-C18892556F57}"/>
    <dgm:cxn modelId="{9B9E8E84-4478-4CD8-8E14-6FABD57D5371}" type="presOf" srcId="{3073F8C7-1D56-4839-AA32-39E79577D0B9}" destId="{577D9AC4-EB28-41B7-8403-9F6A74CAEF20}" srcOrd="0" destOrd="0" presId="urn:microsoft.com/office/officeart/2018/2/layout/IconVerticalSolidList"/>
    <dgm:cxn modelId="{10ED6699-A396-44BB-9415-5115186F0AF3}" type="presOf" srcId="{71B66130-4EF2-4DEA-B4CA-EB92E92ADFFD}" destId="{A1E2249E-2049-4690-AF43-073C4352630F}" srcOrd="0" destOrd="0" presId="urn:microsoft.com/office/officeart/2018/2/layout/IconVerticalSolidList"/>
    <dgm:cxn modelId="{8848578F-A974-476D-A8D7-8A04F5837ED2}" type="presParOf" srcId="{868CC94A-9756-480D-8BBD-9D0FCBBA7CDF}" destId="{03BD4E3C-E7E6-4F49-81A9-A79CD920C304}" srcOrd="0" destOrd="0" presId="urn:microsoft.com/office/officeart/2018/2/layout/IconVerticalSolidList"/>
    <dgm:cxn modelId="{CE344E69-56BE-4AC7-940C-A2E53D4F695B}" type="presParOf" srcId="{03BD4E3C-E7E6-4F49-81A9-A79CD920C304}" destId="{4B66F29B-4AFC-42B1-823B-83EDC9454C41}" srcOrd="0" destOrd="0" presId="urn:microsoft.com/office/officeart/2018/2/layout/IconVerticalSolidList"/>
    <dgm:cxn modelId="{2076F2CE-2798-49EF-AFC4-84E748522DDC}" type="presParOf" srcId="{03BD4E3C-E7E6-4F49-81A9-A79CD920C304}" destId="{18E196CF-262C-4E82-8BA9-24CDD8073143}" srcOrd="1" destOrd="0" presId="urn:microsoft.com/office/officeart/2018/2/layout/IconVerticalSolidList"/>
    <dgm:cxn modelId="{3AA79D88-C18D-4353-90CC-FF91D5B24586}" type="presParOf" srcId="{03BD4E3C-E7E6-4F49-81A9-A79CD920C304}" destId="{2B394AE1-8EE7-4AE0-9133-5FCD36760B4B}" srcOrd="2" destOrd="0" presId="urn:microsoft.com/office/officeart/2018/2/layout/IconVerticalSolidList"/>
    <dgm:cxn modelId="{8A7CC2B7-C57C-4A5B-9C45-C6AF7FBBBC3C}" type="presParOf" srcId="{03BD4E3C-E7E6-4F49-81A9-A79CD920C304}" destId="{8319DA93-BE3C-4F3E-A644-E12B83E4B62D}" srcOrd="3" destOrd="0" presId="urn:microsoft.com/office/officeart/2018/2/layout/IconVerticalSolidList"/>
    <dgm:cxn modelId="{6969CA9C-8A91-41BE-8DD9-D19E0F74EE38}" type="presParOf" srcId="{868CC94A-9756-480D-8BBD-9D0FCBBA7CDF}" destId="{D072BA02-7BA4-425E-96D5-372CE27135DA}" srcOrd="1" destOrd="0" presId="urn:microsoft.com/office/officeart/2018/2/layout/IconVerticalSolidList"/>
    <dgm:cxn modelId="{6801D52B-EE0F-414A-A998-F73728AB3EF6}" type="presParOf" srcId="{868CC94A-9756-480D-8BBD-9D0FCBBA7CDF}" destId="{97273E15-70C2-4D64-9481-61DF5467903D}" srcOrd="2" destOrd="0" presId="urn:microsoft.com/office/officeart/2018/2/layout/IconVerticalSolidList"/>
    <dgm:cxn modelId="{7CC49E84-9164-4EB1-B1AE-F6F608F326FE}" type="presParOf" srcId="{97273E15-70C2-4D64-9481-61DF5467903D}" destId="{781C8AA2-8372-46A1-8C1B-46D5569D58EA}" srcOrd="0" destOrd="0" presId="urn:microsoft.com/office/officeart/2018/2/layout/IconVerticalSolidList"/>
    <dgm:cxn modelId="{1A7F4339-FEED-4AA8-83C2-CF4438F4502E}" type="presParOf" srcId="{97273E15-70C2-4D64-9481-61DF5467903D}" destId="{4E5F1258-218A-4779-BCE7-3DAEE6B34EF9}" srcOrd="1" destOrd="0" presId="urn:microsoft.com/office/officeart/2018/2/layout/IconVerticalSolidList"/>
    <dgm:cxn modelId="{DBF5DA15-F4A9-422E-A8A3-2D835B9621AC}" type="presParOf" srcId="{97273E15-70C2-4D64-9481-61DF5467903D}" destId="{4029A4AD-9E11-43C2-9A79-2129718269D0}" srcOrd="2" destOrd="0" presId="urn:microsoft.com/office/officeart/2018/2/layout/IconVerticalSolidList"/>
    <dgm:cxn modelId="{FB376D35-DB45-4B6D-9526-02BA0085B679}" type="presParOf" srcId="{97273E15-70C2-4D64-9481-61DF5467903D}" destId="{A1E2249E-2049-4690-AF43-073C4352630F}" srcOrd="3" destOrd="0" presId="urn:microsoft.com/office/officeart/2018/2/layout/IconVerticalSolidList"/>
    <dgm:cxn modelId="{1FEECE44-06AA-49F1-B6D9-0846BE30BE19}" type="presParOf" srcId="{868CC94A-9756-480D-8BBD-9D0FCBBA7CDF}" destId="{66109758-CF54-4120-A30D-129C0207F4AB}" srcOrd="3" destOrd="0" presId="urn:microsoft.com/office/officeart/2018/2/layout/IconVerticalSolidList"/>
    <dgm:cxn modelId="{6D3823A3-4268-49F6-9F4E-05F83804AB96}" type="presParOf" srcId="{868CC94A-9756-480D-8BBD-9D0FCBBA7CDF}" destId="{7D9DB7ED-7B91-4330-907C-D045610DD250}" srcOrd="4" destOrd="0" presId="urn:microsoft.com/office/officeart/2018/2/layout/IconVerticalSolidList"/>
    <dgm:cxn modelId="{06E4EB36-50CF-48C8-AD35-968A7AFBD78D}" type="presParOf" srcId="{7D9DB7ED-7B91-4330-907C-D045610DD250}" destId="{F7BE00BC-A7F8-4418-98E9-69DC6764E745}" srcOrd="0" destOrd="0" presId="urn:microsoft.com/office/officeart/2018/2/layout/IconVerticalSolidList"/>
    <dgm:cxn modelId="{11967E22-4939-452A-A5F5-A615C554DC3B}" type="presParOf" srcId="{7D9DB7ED-7B91-4330-907C-D045610DD250}" destId="{0EE4C310-7885-438D-B982-96D6C4D25567}" srcOrd="1" destOrd="0" presId="urn:microsoft.com/office/officeart/2018/2/layout/IconVerticalSolidList"/>
    <dgm:cxn modelId="{DBA84A67-A7A6-4890-8386-315A7B413B2F}" type="presParOf" srcId="{7D9DB7ED-7B91-4330-907C-D045610DD250}" destId="{EC6D6CCB-74C7-4AF8-ACCB-BA5BB335E463}" srcOrd="2" destOrd="0" presId="urn:microsoft.com/office/officeart/2018/2/layout/IconVerticalSolidList"/>
    <dgm:cxn modelId="{EC25ADDA-05E1-4FC0-B9B1-3F13CE5331A3}" type="presParOf" srcId="{7D9DB7ED-7B91-4330-907C-D045610DD250}" destId="{577D9AC4-EB28-41B7-8403-9F6A74CAEF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0C9ACEE-1243-43B4-BE46-961232DAF626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B24C1287-C95E-49BF-AADF-5920D1465C3D}">
      <dgm:prSet/>
      <dgm:spPr/>
      <dgm:t>
        <a:bodyPr/>
        <a:lstStyle/>
        <a:p>
          <a:r>
            <a:rPr lang="en-US"/>
            <a:t>Successfully built three recommendation models</a:t>
          </a:r>
        </a:p>
      </dgm:t>
    </dgm:pt>
    <dgm:pt modelId="{8BAFC6CD-F738-428E-B3ED-4E0BC7188C34}" type="parTrans" cxnId="{CB4D0B04-6721-4822-90E1-9F2B5520A0A7}">
      <dgm:prSet/>
      <dgm:spPr/>
      <dgm:t>
        <a:bodyPr/>
        <a:lstStyle/>
        <a:p>
          <a:endParaRPr lang="en-US"/>
        </a:p>
      </dgm:t>
    </dgm:pt>
    <dgm:pt modelId="{A733E52C-933F-48F9-A7B0-3788B2CD3E5A}" type="sibTrans" cxnId="{CB4D0B04-6721-4822-90E1-9F2B5520A0A7}">
      <dgm:prSet/>
      <dgm:spPr/>
      <dgm:t>
        <a:bodyPr/>
        <a:lstStyle/>
        <a:p>
          <a:endParaRPr lang="en-US"/>
        </a:p>
      </dgm:t>
    </dgm:pt>
    <dgm:pt modelId="{8FA9CE89-5636-40C0-AD6C-76CF89DE12F8}">
      <dgm:prSet/>
      <dgm:spPr/>
      <dgm:t>
        <a:bodyPr/>
        <a:lstStyle/>
        <a:p>
          <a:r>
            <a:rPr lang="en-US"/>
            <a:t>Hybrid approach outperformed individual models</a:t>
          </a:r>
        </a:p>
      </dgm:t>
    </dgm:pt>
    <dgm:pt modelId="{73603A3F-4E15-4418-94D2-EFC55B793F9D}" type="parTrans" cxnId="{E38424BA-FC4F-4217-9DAF-4D09511E9482}">
      <dgm:prSet/>
      <dgm:spPr/>
      <dgm:t>
        <a:bodyPr/>
        <a:lstStyle/>
        <a:p>
          <a:endParaRPr lang="en-US"/>
        </a:p>
      </dgm:t>
    </dgm:pt>
    <dgm:pt modelId="{67BE3C5D-F12E-44F5-9C31-8CE198B0CB20}" type="sibTrans" cxnId="{E38424BA-FC4F-4217-9DAF-4D09511E9482}">
      <dgm:prSet/>
      <dgm:spPr/>
      <dgm:t>
        <a:bodyPr/>
        <a:lstStyle/>
        <a:p>
          <a:endParaRPr lang="en-US"/>
        </a:p>
      </dgm:t>
    </dgm:pt>
    <dgm:pt modelId="{A3DAC32E-1489-4BCB-B1F7-769AD266085B}">
      <dgm:prSet/>
      <dgm:spPr/>
      <dgm:t>
        <a:bodyPr/>
        <a:lstStyle/>
        <a:p>
          <a:r>
            <a:rPr lang="en-US"/>
            <a:t>Strong data pipeline and preprocessing</a:t>
          </a:r>
        </a:p>
      </dgm:t>
    </dgm:pt>
    <dgm:pt modelId="{F4B33D5F-AB41-402A-AE5B-EFCEBB800243}" type="parTrans" cxnId="{C8334B71-C8C2-4767-8317-5928D177B869}">
      <dgm:prSet/>
      <dgm:spPr/>
      <dgm:t>
        <a:bodyPr/>
        <a:lstStyle/>
        <a:p>
          <a:endParaRPr lang="en-US"/>
        </a:p>
      </dgm:t>
    </dgm:pt>
    <dgm:pt modelId="{65F8A055-2260-47C4-B760-E737DE269B14}" type="sibTrans" cxnId="{C8334B71-C8C2-4767-8317-5928D177B869}">
      <dgm:prSet/>
      <dgm:spPr/>
      <dgm:t>
        <a:bodyPr/>
        <a:lstStyle/>
        <a:p>
          <a:endParaRPr lang="en-US"/>
        </a:p>
      </dgm:t>
    </dgm:pt>
    <dgm:pt modelId="{4067FD05-976A-4569-86F7-881A0D8CD6F7}">
      <dgm:prSet/>
      <dgm:spPr/>
      <dgm:t>
        <a:bodyPr/>
        <a:lstStyle/>
        <a:p>
          <a:r>
            <a:rPr lang="en-US"/>
            <a:t>Practical application of machine learning concepts</a:t>
          </a:r>
        </a:p>
      </dgm:t>
    </dgm:pt>
    <dgm:pt modelId="{7B4285EE-4A23-4B22-92AA-8E5FEDF65287}" type="parTrans" cxnId="{BC1E53E2-C23C-48A0-B622-62E4829985BA}">
      <dgm:prSet/>
      <dgm:spPr/>
      <dgm:t>
        <a:bodyPr/>
        <a:lstStyle/>
        <a:p>
          <a:endParaRPr lang="en-US"/>
        </a:p>
      </dgm:t>
    </dgm:pt>
    <dgm:pt modelId="{6D870496-029E-42AC-A79D-85741CA044B4}" type="sibTrans" cxnId="{BC1E53E2-C23C-48A0-B622-62E4829985BA}">
      <dgm:prSet/>
      <dgm:spPr/>
      <dgm:t>
        <a:bodyPr/>
        <a:lstStyle/>
        <a:p>
          <a:endParaRPr lang="en-US"/>
        </a:p>
      </dgm:t>
    </dgm:pt>
    <dgm:pt modelId="{C032652E-B5EB-4F94-96EA-5C8CCDD20D90}" type="pres">
      <dgm:prSet presAssocID="{60C9ACEE-1243-43B4-BE46-961232DAF626}" presName="outerComposite" presStyleCnt="0">
        <dgm:presLayoutVars>
          <dgm:chMax val="5"/>
          <dgm:dir/>
          <dgm:resizeHandles val="exact"/>
        </dgm:presLayoutVars>
      </dgm:prSet>
      <dgm:spPr/>
    </dgm:pt>
    <dgm:pt modelId="{D0E2C7B5-1BE4-4F8F-BEAB-370549009D82}" type="pres">
      <dgm:prSet presAssocID="{60C9ACEE-1243-43B4-BE46-961232DAF626}" presName="dummyMaxCanvas" presStyleCnt="0">
        <dgm:presLayoutVars/>
      </dgm:prSet>
      <dgm:spPr/>
    </dgm:pt>
    <dgm:pt modelId="{E56A08FA-B790-4BB9-815F-E9C70957F239}" type="pres">
      <dgm:prSet presAssocID="{60C9ACEE-1243-43B4-BE46-961232DAF626}" presName="FourNodes_1" presStyleLbl="node1" presStyleIdx="0" presStyleCnt="4">
        <dgm:presLayoutVars>
          <dgm:bulletEnabled val="1"/>
        </dgm:presLayoutVars>
      </dgm:prSet>
      <dgm:spPr/>
    </dgm:pt>
    <dgm:pt modelId="{62DAFB7F-6BB8-49A8-8524-CC52B59C69AB}" type="pres">
      <dgm:prSet presAssocID="{60C9ACEE-1243-43B4-BE46-961232DAF626}" presName="FourNodes_2" presStyleLbl="node1" presStyleIdx="1" presStyleCnt="4">
        <dgm:presLayoutVars>
          <dgm:bulletEnabled val="1"/>
        </dgm:presLayoutVars>
      </dgm:prSet>
      <dgm:spPr/>
    </dgm:pt>
    <dgm:pt modelId="{43515B11-A732-41D6-B806-1B20943DB423}" type="pres">
      <dgm:prSet presAssocID="{60C9ACEE-1243-43B4-BE46-961232DAF626}" presName="FourNodes_3" presStyleLbl="node1" presStyleIdx="2" presStyleCnt="4">
        <dgm:presLayoutVars>
          <dgm:bulletEnabled val="1"/>
        </dgm:presLayoutVars>
      </dgm:prSet>
      <dgm:spPr/>
    </dgm:pt>
    <dgm:pt modelId="{A964463F-4011-4F2A-AE3F-73C459E1B8FF}" type="pres">
      <dgm:prSet presAssocID="{60C9ACEE-1243-43B4-BE46-961232DAF626}" presName="FourNodes_4" presStyleLbl="node1" presStyleIdx="3" presStyleCnt="4">
        <dgm:presLayoutVars>
          <dgm:bulletEnabled val="1"/>
        </dgm:presLayoutVars>
      </dgm:prSet>
      <dgm:spPr/>
    </dgm:pt>
    <dgm:pt modelId="{92FBC1DE-EBB5-461E-9B7D-918A9586FCD0}" type="pres">
      <dgm:prSet presAssocID="{60C9ACEE-1243-43B4-BE46-961232DAF626}" presName="FourConn_1-2" presStyleLbl="fgAccFollowNode1" presStyleIdx="0" presStyleCnt="3">
        <dgm:presLayoutVars>
          <dgm:bulletEnabled val="1"/>
        </dgm:presLayoutVars>
      </dgm:prSet>
      <dgm:spPr/>
    </dgm:pt>
    <dgm:pt modelId="{C4696399-5345-4747-9211-160C15FD0687}" type="pres">
      <dgm:prSet presAssocID="{60C9ACEE-1243-43B4-BE46-961232DAF626}" presName="FourConn_2-3" presStyleLbl="fgAccFollowNode1" presStyleIdx="1" presStyleCnt="3">
        <dgm:presLayoutVars>
          <dgm:bulletEnabled val="1"/>
        </dgm:presLayoutVars>
      </dgm:prSet>
      <dgm:spPr/>
    </dgm:pt>
    <dgm:pt modelId="{C0D7D6EC-D5F3-454B-9B53-9743795DF210}" type="pres">
      <dgm:prSet presAssocID="{60C9ACEE-1243-43B4-BE46-961232DAF626}" presName="FourConn_3-4" presStyleLbl="fgAccFollowNode1" presStyleIdx="2" presStyleCnt="3">
        <dgm:presLayoutVars>
          <dgm:bulletEnabled val="1"/>
        </dgm:presLayoutVars>
      </dgm:prSet>
      <dgm:spPr/>
    </dgm:pt>
    <dgm:pt modelId="{1C67223C-5618-4F8F-ABB5-30A46925E33F}" type="pres">
      <dgm:prSet presAssocID="{60C9ACEE-1243-43B4-BE46-961232DAF626}" presName="FourNodes_1_text" presStyleLbl="node1" presStyleIdx="3" presStyleCnt="4">
        <dgm:presLayoutVars>
          <dgm:bulletEnabled val="1"/>
        </dgm:presLayoutVars>
      </dgm:prSet>
      <dgm:spPr/>
    </dgm:pt>
    <dgm:pt modelId="{09149363-A6EF-41D2-89D1-DE5E3495656F}" type="pres">
      <dgm:prSet presAssocID="{60C9ACEE-1243-43B4-BE46-961232DAF626}" presName="FourNodes_2_text" presStyleLbl="node1" presStyleIdx="3" presStyleCnt="4">
        <dgm:presLayoutVars>
          <dgm:bulletEnabled val="1"/>
        </dgm:presLayoutVars>
      </dgm:prSet>
      <dgm:spPr/>
    </dgm:pt>
    <dgm:pt modelId="{2CD1F0FB-7847-46BE-BE18-E39D4FB5EFE4}" type="pres">
      <dgm:prSet presAssocID="{60C9ACEE-1243-43B4-BE46-961232DAF626}" presName="FourNodes_3_text" presStyleLbl="node1" presStyleIdx="3" presStyleCnt="4">
        <dgm:presLayoutVars>
          <dgm:bulletEnabled val="1"/>
        </dgm:presLayoutVars>
      </dgm:prSet>
      <dgm:spPr/>
    </dgm:pt>
    <dgm:pt modelId="{BAC821A3-AF59-438E-87C3-87DBAE7F207A}" type="pres">
      <dgm:prSet presAssocID="{60C9ACEE-1243-43B4-BE46-961232DAF62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B4D0B04-6721-4822-90E1-9F2B5520A0A7}" srcId="{60C9ACEE-1243-43B4-BE46-961232DAF626}" destId="{B24C1287-C95E-49BF-AADF-5920D1465C3D}" srcOrd="0" destOrd="0" parTransId="{8BAFC6CD-F738-428E-B3ED-4E0BC7188C34}" sibTransId="{A733E52C-933F-48F9-A7B0-3788B2CD3E5A}"/>
    <dgm:cxn modelId="{53C1B308-431F-4FDA-B07E-CE925410707C}" type="presOf" srcId="{B24C1287-C95E-49BF-AADF-5920D1465C3D}" destId="{E56A08FA-B790-4BB9-815F-E9C70957F239}" srcOrd="0" destOrd="0" presId="urn:microsoft.com/office/officeart/2005/8/layout/vProcess5"/>
    <dgm:cxn modelId="{9076E40B-4028-4006-8586-03B6D76552F1}" type="presOf" srcId="{60C9ACEE-1243-43B4-BE46-961232DAF626}" destId="{C032652E-B5EB-4F94-96EA-5C8CCDD20D90}" srcOrd="0" destOrd="0" presId="urn:microsoft.com/office/officeart/2005/8/layout/vProcess5"/>
    <dgm:cxn modelId="{AFC26A24-4A7F-44DD-A8DD-7A95D840D9CE}" type="presOf" srcId="{A3DAC32E-1489-4BCB-B1F7-769AD266085B}" destId="{43515B11-A732-41D6-B806-1B20943DB423}" srcOrd="0" destOrd="0" presId="urn:microsoft.com/office/officeart/2005/8/layout/vProcess5"/>
    <dgm:cxn modelId="{978E863B-5283-4085-9509-20996962522E}" type="presOf" srcId="{4067FD05-976A-4569-86F7-881A0D8CD6F7}" destId="{A964463F-4011-4F2A-AE3F-73C459E1B8FF}" srcOrd="0" destOrd="0" presId="urn:microsoft.com/office/officeart/2005/8/layout/vProcess5"/>
    <dgm:cxn modelId="{127DC33E-985D-4F34-9940-991142FFB03B}" type="presOf" srcId="{B24C1287-C95E-49BF-AADF-5920D1465C3D}" destId="{1C67223C-5618-4F8F-ABB5-30A46925E33F}" srcOrd="1" destOrd="0" presId="urn:microsoft.com/office/officeart/2005/8/layout/vProcess5"/>
    <dgm:cxn modelId="{76DBB84E-BF53-4F0D-959B-4656F0E7FF92}" type="presOf" srcId="{A3DAC32E-1489-4BCB-B1F7-769AD266085B}" destId="{2CD1F0FB-7847-46BE-BE18-E39D4FB5EFE4}" srcOrd="1" destOrd="0" presId="urn:microsoft.com/office/officeart/2005/8/layout/vProcess5"/>
    <dgm:cxn modelId="{C8334B71-C8C2-4767-8317-5928D177B869}" srcId="{60C9ACEE-1243-43B4-BE46-961232DAF626}" destId="{A3DAC32E-1489-4BCB-B1F7-769AD266085B}" srcOrd="2" destOrd="0" parTransId="{F4B33D5F-AB41-402A-AE5B-EFCEBB800243}" sibTransId="{65F8A055-2260-47C4-B760-E737DE269B14}"/>
    <dgm:cxn modelId="{3437E254-4DE5-4EC9-8C1D-BEA68AF105CD}" type="presOf" srcId="{67BE3C5D-F12E-44F5-9C31-8CE198B0CB20}" destId="{C4696399-5345-4747-9211-160C15FD0687}" srcOrd="0" destOrd="0" presId="urn:microsoft.com/office/officeart/2005/8/layout/vProcess5"/>
    <dgm:cxn modelId="{78ED20B3-2DC4-4641-A8C8-4D7B80CF42F9}" type="presOf" srcId="{4067FD05-976A-4569-86F7-881A0D8CD6F7}" destId="{BAC821A3-AF59-438E-87C3-87DBAE7F207A}" srcOrd="1" destOrd="0" presId="urn:microsoft.com/office/officeart/2005/8/layout/vProcess5"/>
    <dgm:cxn modelId="{F1CDE3B4-07A9-4AD7-AADA-A183C100E374}" type="presOf" srcId="{8FA9CE89-5636-40C0-AD6C-76CF89DE12F8}" destId="{62DAFB7F-6BB8-49A8-8524-CC52B59C69AB}" srcOrd="0" destOrd="0" presId="urn:microsoft.com/office/officeart/2005/8/layout/vProcess5"/>
    <dgm:cxn modelId="{E38424BA-FC4F-4217-9DAF-4D09511E9482}" srcId="{60C9ACEE-1243-43B4-BE46-961232DAF626}" destId="{8FA9CE89-5636-40C0-AD6C-76CF89DE12F8}" srcOrd="1" destOrd="0" parTransId="{73603A3F-4E15-4418-94D2-EFC55B793F9D}" sibTransId="{67BE3C5D-F12E-44F5-9C31-8CE198B0CB20}"/>
    <dgm:cxn modelId="{FB4502BC-E1EB-4251-9C13-FFC46CD97898}" type="presOf" srcId="{8FA9CE89-5636-40C0-AD6C-76CF89DE12F8}" destId="{09149363-A6EF-41D2-89D1-DE5E3495656F}" srcOrd="1" destOrd="0" presId="urn:microsoft.com/office/officeart/2005/8/layout/vProcess5"/>
    <dgm:cxn modelId="{59FF36CA-1995-485B-BC1F-7174E1F38341}" type="presOf" srcId="{65F8A055-2260-47C4-B760-E737DE269B14}" destId="{C0D7D6EC-D5F3-454B-9B53-9743795DF210}" srcOrd="0" destOrd="0" presId="urn:microsoft.com/office/officeart/2005/8/layout/vProcess5"/>
    <dgm:cxn modelId="{4C2B63D4-DD34-4E52-BD47-BE6935FF85C2}" type="presOf" srcId="{A733E52C-933F-48F9-A7B0-3788B2CD3E5A}" destId="{92FBC1DE-EBB5-461E-9B7D-918A9586FCD0}" srcOrd="0" destOrd="0" presId="urn:microsoft.com/office/officeart/2005/8/layout/vProcess5"/>
    <dgm:cxn modelId="{BC1E53E2-C23C-48A0-B622-62E4829985BA}" srcId="{60C9ACEE-1243-43B4-BE46-961232DAF626}" destId="{4067FD05-976A-4569-86F7-881A0D8CD6F7}" srcOrd="3" destOrd="0" parTransId="{7B4285EE-4A23-4B22-92AA-8E5FEDF65287}" sibTransId="{6D870496-029E-42AC-A79D-85741CA044B4}"/>
    <dgm:cxn modelId="{0E38C082-282B-4C58-AD04-B0AF8C9F261D}" type="presParOf" srcId="{C032652E-B5EB-4F94-96EA-5C8CCDD20D90}" destId="{D0E2C7B5-1BE4-4F8F-BEAB-370549009D82}" srcOrd="0" destOrd="0" presId="urn:microsoft.com/office/officeart/2005/8/layout/vProcess5"/>
    <dgm:cxn modelId="{D57DA3A0-E535-4C2F-A9D1-4F862BE08358}" type="presParOf" srcId="{C032652E-B5EB-4F94-96EA-5C8CCDD20D90}" destId="{E56A08FA-B790-4BB9-815F-E9C70957F239}" srcOrd="1" destOrd="0" presId="urn:microsoft.com/office/officeart/2005/8/layout/vProcess5"/>
    <dgm:cxn modelId="{9FC8B2D7-4AC0-43F3-9E00-19D8665E1AD7}" type="presParOf" srcId="{C032652E-B5EB-4F94-96EA-5C8CCDD20D90}" destId="{62DAFB7F-6BB8-49A8-8524-CC52B59C69AB}" srcOrd="2" destOrd="0" presId="urn:microsoft.com/office/officeart/2005/8/layout/vProcess5"/>
    <dgm:cxn modelId="{422C3CBC-CBA7-40CD-8606-89072ADD9EB7}" type="presParOf" srcId="{C032652E-B5EB-4F94-96EA-5C8CCDD20D90}" destId="{43515B11-A732-41D6-B806-1B20943DB423}" srcOrd="3" destOrd="0" presId="urn:microsoft.com/office/officeart/2005/8/layout/vProcess5"/>
    <dgm:cxn modelId="{1CFAA3C1-A631-4B52-AA77-11E39CB91715}" type="presParOf" srcId="{C032652E-B5EB-4F94-96EA-5C8CCDD20D90}" destId="{A964463F-4011-4F2A-AE3F-73C459E1B8FF}" srcOrd="4" destOrd="0" presId="urn:microsoft.com/office/officeart/2005/8/layout/vProcess5"/>
    <dgm:cxn modelId="{8C223379-ED16-46AE-BF85-A6DB66E155BD}" type="presParOf" srcId="{C032652E-B5EB-4F94-96EA-5C8CCDD20D90}" destId="{92FBC1DE-EBB5-461E-9B7D-918A9586FCD0}" srcOrd="5" destOrd="0" presId="urn:microsoft.com/office/officeart/2005/8/layout/vProcess5"/>
    <dgm:cxn modelId="{9ABFEFA0-5273-4675-9D21-52C2AFD51F57}" type="presParOf" srcId="{C032652E-B5EB-4F94-96EA-5C8CCDD20D90}" destId="{C4696399-5345-4747-9211-160C15FD0687}" srcOrd="6" destOrd="0" presId="urn:microsoft.com/office/officeart/2005/8/layout/vProcess5"/>
    <dgm:cxn modelId="{3EDBB0ED-145D-4566-A96B-070264BD4F62}" type="presParOf" srcId="{C032652E-B5EB-4F94-96EA-5C8CCDD20D90}" destId="{C0D7D6EC-D5F3-454B-9B53-9743795DF210}" srcOrd="7" destOrd="0" presId="urn:microsoft.com/office/officeart/2005/8/layout/vProcess5"/>
    <dgm:cxn modelId="{FE6A2782-62A9-42C6-B114-37850C49EB37}" type="presParOf" srcId="{C032652E-B5EB-4F94-96EA-5C8CCDD20D90}" destId="{1C67223C-5618-4F8F-ABB5-30A46925E33F}" srcOrd="8" destOrd="0" presId="urn:microsoft.com/office/officeart/2005/8/layout/vProcess5"/>
    <dgm:cxn modelId="{A059CACF-966E-46E0-BE23-40CF7C2112EA}" type="presParOf" srcId="{C032652E-B5EB-4F94-96EA-5C8CCDD20D90}" destId="{09149363-A6EF-41D2-89D1-DE5E3495656F}" srcOrd="9" destOrd="0" presId="urn:microsoft.com/office/officeart/2005/8/layout/vProcess5"/>
    <dgm:cxn modelId="{07E4830A-FBD3-42DD-8920-DCEFD846BC6A}" type="presParOf" srcId="{C032652E-B5EB-4F94-96EA-5C8CCDD20D90}" destId="{2CD1F0FB-7847-46BE-BE18-E39D4FB5EFE4}" srcOrd="10" destOrd="0" presId="urn:microsoft.com/office/officeart/2005/8/layout/vProcess5"/>
    <dgm:cxn modelId="{F29A5281-AA29-429D-9597-0C8FB04D2516}" type="presParOf" srcId="{C032652E-B5EB-4F94-96EA-5C8CCDD20D90}" destId="{BAC821A3-AF59-438E-87C3-87DBAE7F207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7EE22B1-00B4-466B-B725-AADCB628A567}" type="doc">
      <dgm:prSet loTypeId="urn:microsoft.com/office/officeart/2018/2/layout/IconCircle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AFD9B13-1307-4D9F-89F5-132ECEE8DC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Deep learning-based recommenders</a:t>
          </a:r>
        </a:p>
      </dgm:t>
    </dgm:pt>
    <dgm:pt modelId="{5A1F1DF8-2779-4958-95A0-DD051B41A1AB}" type="parTrans" cxnId="{EFA763A6-E8E1-46C9-8E78-00A3CC7F4C2B}">
      <dgm:prSet/>
      <dgm:spPr/>
      <dgm:t>
        <a:bodyPr/>
        <a:lstStyle/>
        <a:p>
          <a:endParaRPr lang="en-US" sz="2200"/>
        </a:p>
      </dgm:t>
    </dgm:pt>
    <dgm:pt modelId="{4943C47E-3B70-4987-9EB4-DD8043715C33}" type="sibTrans" cxnId="{EFA763A6-E8E1-46C9-8E78-00A3CC7F4C2B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A2DB6D7E-6AD1-4F25-9C79-F2B0656E7A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Real-time user feedback</a:t>
          </a:r>
        </a:p>
      </dgm:t>
    </dgm:pt>
    <dgm:pt modelId="{988671D7-98D6-4B4A-A3F0-C2C17221CE38}" type="parTrans" cxnId="{31D1B213-B9EC-452C-92DF-8DEB47371EC4}">
      <dgm:prSet/>
      <dgm:spPr/>
      <dgm:t>
        <a:bodyPr/>
        <a:lstStyle/>
        <a:p>
          <a:endParaRPr lang="en-US" sz="2200"/>
        </a:p>
      </dgm:t>
    </dgm:pt>
    <dgm:pt modelId="{9D8B2F21-F647-442A-91FC-C8F1A49711B0}" type="sibTrans" cxnId="{31D1B213-B9EC-452C-92DF-8DEB47371EC4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6FBC693E-8896-47C8-BCFC-386689ED0F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Web or mobile deployment</a:t>
          </a:r>
        </a:p>
      </dgm:t>
    </dgm:pt>
    <dgm:pt modelId="{470BF509-F4E3-4890-A8E0-4DAE8177933A}" type="parTrans" cxnId="{EBD0F121-2A26-4C19-8938-52820005B366}">
      <dgm:prSet/>
      <dgm:spPr/>
      <dgm:t>
        <a:bodyPr/>
        <a:lstStyle/>
        <a:p>
          <a:endParaRPr lang="en-US" sz="2200"/>
        </a:p>
      </dgm:t>
    </dgm:pt>
    <dgm:pt modelId="{682E51D3-0CF3-4614-A471-147D3919AA15}" type="sibTrans" cxnId="{EBD0F121-2A26-4C19-8938-52820005B366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263ABA9E-A5E7-482F-B924-962FDEBD43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Larger and multilingual datasets</a:t>
          </a:r>
        </a:p>
      </dgm:t>
    </dgm:pt>
    <dgm:pt modelId="{A3BFE49A-E300-4E5D-A9AF-ABD2084389FF}" type="parTrans" cxnId="{EC7F37AE-4836-4390-9885-CED316F41B2A}">
      <dgm:prSet/>
      <dgm:spPr/>
      <dgm:t>
        <a:bodyPr/>
        <a:lstStyle/>
        <a:p>
          <a:endParaRPr lang="en-US" sz="2200"/>
        </a:p>
      </dgm:t>
    </dgm:pt>
    <dgm:pt modelId="{19101FD8-E810-4EF1-B8B3-BA4A59ED0901}" type="sibTrans" cxnId="{EC7F37AE-4836-4390-9885-CED316F41B2A}">
      <dgm:prSet/>
      <dgm:spPr/>
      <dgm:t>
        <a:bodyPr/>
        <a:lstStyle/>
        <a:p>
          <a:endParaRPr lang="en-US" sz="2200"/>
        </a:p>
      </dgm:t>
    </dgm:pt>
    <dgm:pt modelId="{BAE77292-12D0-41CE-903D-E6DCAB076DD0}" type="pres">
      <dgm:prSet presAssocID="{77EE22B1-00B4-466B-B725-AADCB628A567}" presName="root" presStyleCnt="0">
        <dgm:presLayoutVars>
          <dgm:dir/>
          <dgm:resizeHandles val="exact"/>
        </dgm:presLayoutVars>
      </dgm:prSet>
      <dgm:spPr/>
    </dgm:pt>
    <dgm:pt modelId="{3F0456DA-DB73-41F7-8DDD-24B093DDD325}" type="pres">
      <dgm:prSet presAssocID="{77EE22B1-00B4-466B-B725-AADCB628A567}" presName="container" presStyleCnt="0">
        <dgm:presLayoutVars>
          <dgm:dir/>
          <dgm:resizeHandles val="exact"/>
        </dgm:presLayoutVars>
      </dgm:prSet>
      <dgm:spPr/>
    </dgm:pt>
    <dgm:pt modelId="{C8CDA582-0478-4D62-8A05-9A43D8629AA4}" type="pres">
      <dgm:prSet presAssocID="{0AFD9B13-1307-4D9F-89F5-132ECEE8DCEE}" presName="compNode" presStyleCnt="0"/>
      <dgm:spPr/>
    </dgm:pt>
    <dgm:pt modelId="{F8AB87FB-8D0F-4CB4-8B11-6346FB3180E7}" type="pres">
      <dgm:prSet presAssocID="{0AFD9B13-1307-4D9F-89F5-132ECEE8DCEE}" presName="iconBgRect" presStyleLbl="bgShp" presStyleIdx="0" presStyleCnt="4"/>
      <dgm:spPr/>
    </dgm:pt>
    <dgm:pt modelId="{AD416757-FD7D-496D-AF91-7C89CA87DA20}" type="pres">
      <dgm:prSet presAssocID="{0AFD9B13-1307-4D9F-89F5-132ECEE8DC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5979B2D-71C8-4511-9868-364CC6FC6275}" type="pres">
      <dgm:prSet presAssocID="{0AFD9B13-1307-4D9F-89F5-132ECEE8DCEE}" presName="spaceRect" presStyleCnt="0"/>
      <dgm:spPr/>
    </dgm:pt>
    <dgm:pt modelId="{47067DFF-6596-4C13-8332-42612CD8634A}" type="pres">
      <dgm:prSet presAssocID="{0AFD9B13-1307-4D9F-89F5-132ECEE8DCEE}" presName="textRect" presStyleLbl="revTx" presStyleIdx="0" presStyleCnt="4">
        <dgm:presLayoutVars>
          <dgm:chMax val="1"/>
          <dgm:chPref val="1"/>
        </dgm:presLayoutVars>
      </dgm:prSet>
      <dgm:spPr/>
    </dgm:pt>
    <dgm:pt modelId="{A7931E5F-58BC-4712-A8D5-93DC477786B7}" type="pres">
      <dgm:prSet presAssocID="{4943C47E-3B70-4987-9EB4-DD8043715C33}" presName="sibTrans" presStyleLbl="sibTrans2D1" presStyleIdx="0" presStyleCnt="0"/>
      <dgm:spPr/>
    </dgm:pt>
    <dgm:pt modelId="{14C33A8B-C372-40F8-9FB3-94A3336ECD8F}" type="pres">
      <dgm:prSet presAssocID="{A2DB6D7E-6AD1-4F25-9C79-F2B0656E7A52}" presName="compNode" presStyleCnt="0"/>
      <dgm:spPr/>
    </dgm:pt>
    <dgm:pt modelId="{2910F382-52AF-4B92-98C7-1C60696FA8BD}" type="pres">
      <dgm:prSet presAssocID="{A2DB6D7E-6AD1-4F25-9C79-F2B0656E7A52}" presName="iconBgRect" presStyleLbl="bgShp" presStyleIdx="1" presStyleCnt="4"/>
      <dgm:spPr/>
    </dgm:pt>
    <dgm:pt modelId="{1498950F-9D35-4018-8195-6545A2F5B9EE}" type="pres">
      <dgm:prSet presAssocID="{A2DB6D7E-6AD1-4F25-9C79-F2B0656E7A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05F1DE8-3B65-4E43-91F4-D16BAB2B2BEC}" type="pres">
      <dgm:prSet presAssocID="{A2DB6D7E-6AD1-4F25-9C79-F2B0656E7A52}" presName="spaceRect" presStyleCnt="0"/>
      <dgm:spPr/>
    </dgm:pt>
    <dgm:pt modelId="{C82ADA9C-17DA-4114-8A1C-95108C5E111C}" type="pres">
      <dgm:prSet presAssocID="{A2DB6D7E-6AD1-4F25-9C79-F2B0656E7A52}" presName="textRect" presStyleLbl="revTx" presStyleIdx="1" presStyleCnt="4">
        <dgm:presLayoutVars>
          <dgm:chMax val="1"/>
          <dgm:chPref val="1"/>
        </dgm:presLayoutVars>
      </dgm:prSet>
      <dgm:spPr/>
    </dgm:pt>
    <dgm:pt modelId="{D7A89881-5447-41E4-85F2-40CB6BAF6753}" type="pres">
      <dgm:prSet presAssocID="{9D8B2F21-F647-442A-91FC-C8F1A49711B0}" presName="sibTrans" presStyleLbl="sibTrans2D1" presStyleIdx="0" presStyleCnt="0"/>
      <dgm:spPr/>
    </dgm:pt>
    <dgm:pt modelId="{0DAD8B6F-501D-4B33-B52E-8C6670A7EFA2}" type="pres">
      <dgm:prSet presAssocID="{6FBC693E-8896-47C8-BCFC-386689ED0F4C}" presName="compNode" presStyleCnt="0"/>
      <dgm:spPr/>
    </dgm:pt>
    <dgm:pt modelId="{BC9DA9D6-6C77-4DB3-BD71-321616EA1091}" type="pres">
      <dgm:prSet presAssocID="{6FBC693E-8896-47C8-BCFC-386689ED0F4C}" presName="iconBgRect" presStyleLbl="bgShp" presStyleIdx="2" presStyleCnt="4"/>
      <dgm:spPr/>
    </dgm:pt>
    <dgm:pt modelId="{3FCCA65C-B4BD-426F-AD9E-1038A1F54D19}" type="pres">
      <dgm:prSet presAssocID="{6FBC693E-8896-47C8-BCFC-386689ED0F4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1C51CA1-8FF6-452E-8460-245C11FF6B16}" type="pres">
      <dgm:prSet presAssocID="{6FBC693E-8896-47C8-BCFC-386689ED0F4C}" presName="spaceRect" presStyleCnt="0"/>
      <dgm:spPr/>
    </dgm:pt>
    <dgm:pt modelId="{B9C6A9D2-9DF0-445D-B19C-F0931B68F2F5}" type="pres">
      <dgm:prSet presAssocID="{6FBC693E-8896-47C8-BCFC-386689ED0F4C}" presName="textRect" presStyleLbl="revTx" presStyleIdx="2" presStyleCnt="4">
        <dgm:presLayoutVars>
          <dgm:chMax val="1"/>
          <dgm:chPref val="1"/>
        </dgm:presLayoutVars>
      </dgm:prSet>
      <dgm:spPr/>
    </dgm:pt>
    <dgm:pt modelId="{CE76FCAC-07B8-4E81-9C85-2EA330B756F3}" type="pres">
      <dgm:prSet presAssocID="{682E51D3-0CF3-4614-A471-147D3919AA15}" presName="sibTrans" presStyleLbl="sibTrans2D1" presStyleIdx="0" presStyleCnt="0"/>
      <dgm:spPr/>
    </dgm:pt>
    <dgm:pt modelId="{8C21E462-26E4-42E0-A228-E6FB632B00C8}" type="pres">
      <dgm:prSet presAssocID="{263ABA9E-A5E7-482F-B924-962FDEBD43F1}" presName="compNode" presStyleCnt="0"/>
      <dgm:spPr/>
    </dgm:pt>
    <dgm:pt modelId="{0C737BF0-C7A3-49F6-9FBB-56B916173ED4}" type="pres">
      <dgm:prSet presAssocID="{263ABA9E-A5E7-482F-B924-962FDEBD43F1}" presName="iconBgRect" presStyleLbl="bgShp" presStyleIdx="3" presStyleCnt="4"/>
      <dgm:spPr/>
    </dgm:pt>
    <dgm:pt modelId="{C900001F-8F90-4700-90B4-39CD3957AE5F}" type="pres">
      <dgm:prSet presAssocID="{263ABA9E-A5E7-482F-B924-962FDEBD43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C322EE0-D450-41F2-B3F2-4170FAB159AC}" type="pres">
      <dgm:prSet presAssocID="{263ABA9E-A5E7-482F-B924-962FDEBD43F1}" presName="spaceRect" presStyleCnt="0"/>
      <dgm:spPr/>
    </dgm:pt>
    <dgm:pt modelId="{B95B7416-DEC1-491E-A47B-6CA70FA2E639}" type="pres">
      <dgm:prSet presAssocID="{263ABA9E-A5E7-482F-B924-962FDEBD43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C0F730F-6EB2-4EF2-9A99-51182F2CDBFA}" type="presOf" srcId="{4943C47E-3B70-4987-9EB4-DD8043715C33}" destId="{A7931E5F-58BC-4712-A8D5-93DC477786B7}" srcOrd="0" destOrd="0" presId="urn:microsoft.com/office/officeart/2018/2/layout/IconCircleList"/>
    <dgm:cxn modelId="{31D1B213-B9EC-452C-92DF-8DEB47371EC4}" srcId="{77EE22B1-00B4-466B-B725-AADCB628A567}" destId="{A2DB6D7E-6AD1-4F25-9C79-F2B0656E7A52}" srcOrd="1" destOrd="0" parTransId="{988671D7-98D6-4B4A-A3F0-C2C17221CE38}" sibTransId="{9D8B2F21-F647-442A-91FC-C8F1A49711B0}"/>
    <dgm:cxn modelId="{EBD0F121-2A26-4C19-8938-52820005B366}" srcId="{77EE22B1-00B4-466B-B725-AADCB628A567}" destId="{6FBC693E-8896-47C8-BCFC-386689ED0F4C}" srcOrd="2" destOrd="0" parTransId="{470BF509-F4E3-4890-A8E0-4DAE8177933A}" sibTransId="{682E51D3-0CF3-4614-A471-147D3919AA15}"/>
    <dgm:cxn modelId="{69C1612D-F9B3-41BC-8926-D5A876381AB7}" type="presOf" srcId="{0AFD9B13-1307-4D9F-89F5-132ECEE8DCEE}" destId="{47067DFF-6596-4C13-8332-42612CD8634A}" srcOrd="0" destOrd="0" presId="urn:microsoft.com/office/officeart/2018/2/layout/IconCircleList"/>
    <dgm:cxn modelId="{54850E2E-D52C-44B5-9755-6FBE4EA0C7D0}" type="presOf" srcId="{263ABA9E-A5E7-482F-B924-962FDEBD43F1}" destId="{B95B7416-DEC1-491E-A47B-6CA70FA2E639}" srcOrd="0" destOrd="0" presId="urn:microsoft.com/office/officeart/2018/2/layout/IconCircleList"/>
    <dgm:cxn modelId="{98F9632F-4F0C-4CBD-9219-109CB0E908EA}" type="presOf" srcId="{9D8B2F21-F647-442A-91FC-C8F1A49711B0}" destId="{D7A89881-5447-41E4-85F2-40CB6BAF6753}" srcOrd="0" destOrd="0" presId="urn:microsoft.com/office/officeart/2018/2/layout/IconCircleList"/>
    <dgm:cxn modelId="{C54DA969-55B8-44D5-95D2-20140FADDD0E}" type="presOf" srcId="{77EE22B1-00B4-466B-B725-AADCB628A567}" destId="{BAE77292-12D0-41CE-903D-E6DCAB076DD0}" srcOrd="0" destOrd="0" presId="urn:microsoft.com/office/officeart/2018/2/layout/IconCircleList"/>
    <dgm:cxn modelId="{AD21F957-2239-4F18-87E7-A264E629F27C}" type="presOf" srcId="{682E51D3-0CF3-4614-A471-147D3919AA15}" destId="{CE76FCAC-07B8-4E81-9C85-2EA330B756F3}" srcOrd="0" destOrd="0" presId="urn:microsoft.com/office/officeart/2018/2/layout/IconCircleList"/>
    <dgm:cxn modelId="{1C29998F-61C2-462A-B917-6F92E56283BB}" type="presOf" srcId="{A2DB6D7E-6AD1-4F25-9C79-F2B0656E7A52}" destId="{C82ADA9C-17DA-4114-8A1C-95108C5E111C}" srcOrd="0" destOrd="0" presId="urn:microsoft.com/office/officeart/2018/2/layout/IconCircleList"/>
    <dgm:cxn modelId="{EFA763A6-E8E1-46C9-8E78-00A3CC7F4C2B}" srcId="{77EE22B1-00B4-466B-B725-AADCB628A567}" destId="{0AFD9B13-1307-4D9F-89F5-132ECEE8DCEE}" srcOrd="0" destOrd="0" parTransId="{5A1F1DF8-2779-4958-95A0-DD051B41A1AB}" sibTransId="{4943C47E-3B70-4987-9EB4-DD8043715C33}"/>
    <dgm:cxn modelId="{EC7F37AE-4836-4390-9885-CED316F41B2A}" srcId="{77EE22B1-00B4-466B-B725-AADCB628A567}" destId="{263ABA9E-A5E7-482F-B924-962FDEBD43F1}" srcOrd="3" destOrd="0" parTransId="{A3BFE49A-E300-4E5D-A9AF-ABD2084389FF}" sibTransId="{19101FD8-E810-4EF1-B8B3-BA4A59ED0901}"/>
    <dgm:cxn modelId="{477025E1-86D8-417E-88D9-4DA012B2C14B}" type="presOf" srcId="{6FBC693E-8896-47C8-BCFC-386689ED0F4C}" destId="{B9C6A9D2-9DF0-445D-B19C-F0931B68F2F5}" srcOrd="0" destOrd="0" presId="urn:microsoft.com/office/officeart/2018/2/layout/IconCircleList"/>
    <dgm:cxn modelId="{668E6F31-5FEA-4D72-9294-70F7173F7910}" type="presParOf" srcId="{BAE77292-12D0-41CE-903D-E6DCAB076DD0}" destId="{3F0456DA-DB73-41F7-8DDD-24B093DDD325}" srcOrd="0" destOrd="0" presId="urn:microsoft.com/office/officeart/2018/2/layout/IconCircleList"/>
    <dgm:cxn modelId="{41280474-A91C-44F2-82D7-9B05810FA3C4}" type="presParOf" srcId="{3F0456DA-DB73-41F7-8DDD-24B093DDD325}" destId="{C8CDA582-0478-4D62-8A05-9A43D8629AA4}" srcOrd="0" destOrd="0" presId="urn:microsoft.com/office/officeart/2018/2/layout/IconCircleList"/>
    <dgm:cxn modelId="{26D0E216-9595-4510-A40E-7B6C6E02AF56}" type="presParOf" srcId="{C8CDA582-0478-4D62-8A05-9A43D8629AA4}" destId="{F8AB87FB-8D0F-4CB4-8B11-6346FB3180E7}" srcOrd="0" destOrd="0" presId="urn:microsoft.com/office/officeart/2018/2/layout/IconCircleList"/>
    <dgm:cxn modelId="{CB0B3653-7EB2-4A16-850A-4CA3B21DD897}" type="presParOf" srcId="{C8CDA582-0478-4D62-8A05-9A43D8629AA4}" destId="{AD416757-FD7D-496D-AF91-7C89CA87DA20}" srcOrd="1" destOrd="0" presId="urn:microsoft.com/office/officeart/2018/2/layout/IconCircleList"/>
    <dgm:cxn modelId="{8B110485-7940-4E8F-8551-FDB7857E6539}" type="presParOf" srcId="{C8CDA582-0478-4D62-8A05-9A43D8629AA4}" destId="{F5979B2D-71C8-4511-9868-364CC6FC6275}" srcOrd="2" destOrd="0" presId="urn:microsoft.com/office/officeart/2018/2/layout/IconCircleList"/>
    <dgm:cxn modelId="{AA25085D-34E9-41DA-9281-340416751050}" type="presParOf" srcId="{C8CDA582-0478-4D62-8A05-9A43D8629AA4}" destId="{47067DFF-6596-4C13-8332-42612CD8634A}" srcOrd="3" destOrd="0" presId="urn:microsoft.com/office/officeart/2018/2/layout/IconCircleList"/>
    <dgm:cxn modelId="{390621E3-E2F8-4F0B-A661-575AB6E5E326}" type="presParOf" srcId="{3F0456DA-DB73-41F7-8DDD-24B093DDD325}" destId="{A7931E5F-58BC-4712-A8D5-93DC477786B7}" srcOrd="1" destOrd="0" presId="urn:microsoft.com/office/officeart/2018/2/layout/IconCircleList"/>
    <dgm:cxn modelId="{3C0F705D-0A21-4CA1-A825-3F91BB2984B2}" type="presParOf" srcId="{3F0456DA-DB73-41F7-8DDD-24B093DDD325}" destId="{14C33A8B-C372-40F8-9FB3-94A3336ECD8F}" srcOrd="2" destOrd="0" presId="urn:microsoft.com/office/officeart/2018/2/layout/IconCircleList"/>
    <dgm:cxn modelId="{22D742AC-91DB-430C-9865-E55484FE9F92}" type="presParOf" srcId="{14C33A8B-C372-40F8-9FB3-94A3336ECD8F}" destId="{2910F382-52AF-4B92-98C7-1C60696FA8BD}" srcOrd="0" destOrd="0" presId="urn:microsoft.com/office/officeart/2018/2/layout/IconCircleList"/>
    <dgm:cxn modelId="{0CE0BBF3-7BD7-4528-BC5A-DA98A43729FB}" type="presParOf" srcId="{14C33A8B-C372-40F8-9FB3-94A3336ECD8F}" destId="{1498950F-9D35-4018-8195-6545A2F5B9EE}" srcOrd="1" destOrd="0" presId="urn:microsoft.com/office/officeart/2018/2/layout/IconCircleList"/>
    <dgm:cxn modelId="{78459149-66DB-4E34-8EA0-FF2DCBA850F8}" type="presParOf" srcId="{14C33A8B-C372-40F8-9FB3-94A3336ECD8F}" destId="{105F1DE8-3B65-4E43-91F4-D16BAB2B2BEC}" srcOrd="2" destOrd="0" presId="urn:microsoft.com/office/officeart/2018/2/layout/IconCircleList"/>
    <dgm:cxn modelId="{53B6F376-B769-4C86-A226-1E8945E88B40}" type="presParOf" srcId="{14C33A8B-C372-40F8-9FB3-94A3336ECD8F}" destId="{C82ADA9C-17DA-4114-8A1C-95108C5E111C}" srcOrd="3" destOrd="0" presId="urn:microsoft.com/office/officeart/2018/2/layout/IconCircleList"/>
    <dgm:cxn modelId="{787E1D72-1936-4392-B476-51A027442241}" type="presParOf" srcId="{3F0456DA-DB73-41F7-8DDD-24B093DDD325}" destId="{D7A89881-5447-41E4-85F2-40CB6BAF6753}" srcOrd="3" destOrd="0" presId="urn:microsoft.com/office/officeart/2018/2/layout/IconCircleList"/>
    <dgm:cxn modelId="{4FF20ED3-FD34-4B8D-B448-7DBE00752F60}" type="presParOf" srcId="{3F0456DA-DB73-41F7-8DDD-24B093DDD325}" destId="{0DAD8B6F-501D-4B33-B52E-8C6670A7EFA2}" srcOrd="4" destOrd="0" presId="urn:microsoft.com/office/officeart/2018/2/layout/IconCircleList"/>
    <dgm:cxn modelId="{92EEDACF-FE04-4430-93A4-D7190C269FD2}" type="presParOf" srcId="{0DAD8B6F-501D-4B33-B52E-8C6670A7EFA2}" destId="{BC9DA9D6-6C77-4DB3-BD71-321616EA1091}" srcOrd="0" destOrd="0" presId="urn:microsoft.com/office/officeart/2018/2/layout/IconCircleList"/>
    <dgm:cxn modelId="{002449C9-B2C9-4420-A6E1-97B63ADF5A62}" type="presParOf" srcId="{0DAD8B6F-501D-4B33-B52E-8C6670A7EFA2}" destId="{3FCCA65C-B4BD-426F-AD9E-1038A1F54D19}" srcOrd="1" destOrd="0" presId="urn:microsoft.com/office/officeart/2018/2/layout/IconCircleList"/>
    <dgm:cxn modelId="{F45CE720-E84F-4969-9A84-B9865C53BC32}" type="presParOf" srcId="{0DAD8B6F-501D-4B33-B52E-8C6670A7EFA2}" destId="{B1C51CA1-8FF6-452E-8460-245C11FF6B16}" srcOrd="2" destOrd="0" presId="urn:microsoft.com/office/officeart/2018/2/layout/IconCircleList"/>
    <dgm:cxn modelId="{995BBF09-D69B-4F34-B0C5-1AAD0C1306AF}" type="presParOf" srcId="{0DAD8B6F-501D-4B33-B52E-8C6670A7EFA2}" destId="{B9C6A9D2-9DF0-445D-B19C-F0931B68F2F5}" srcOrd="3" destOrd="0" presId="urn:microsoft.com/office/officeart/2018/2/layout/IconCircleList"/>
    <dgm:cxn modelId="{5C34E7E8-0FAE-4C38-B962-1C9D65F694EE}" type="presParOf" srcId="{3F0456DA-DB73-41F7-8DDD-24B093DDD325}" destId="{CE76FCAC-07B8-4E81-9C85-2EA330B756F3}" srcOrd="5" destOrd="0" presId="urn:microsoft.com/office/officeart/2018/2/layout/IconCircleList"/>
    <dgm:cxn modelId="{4E80D04C-A1D5-49F8-B0ED-79B2BACA5A75}" type="presParOf" srcId="{3F0456DA-DB73-41F7-8DDD-24B093DDD325}" destId="{8C21E462-26E4-42E0-A228-E6FB632B00C8}" srcOrd="6" destOrd="0" presId="urn:microsoft.com/office/officeart/2018/2/layout/IconCircleList"/>
    <dgm:cxn modelId="{95359323-1F50-4F04-88E2-D9F10C35A7AF}" type="presParOf" srcId="{8C21E462-26E4-42E0-A228-E6FB632B00C8}" destId="{0C737BF0-C7A3-49F6-9FBB-56B916173ED4}" srcOrd="0" destOrd="0" presId="urn:microsoft.com/office/officeart/2018/2/layout/IconCircleList"/>
    <dgm:cxn modelId="{3524EA2A-253B-4852-A6CF-6E31FC9AF4C5}" type="presParOf" srcId="{8C21E462-26E4-42E0-A228-E6FB632B00C8}" destId="{C900001F-8F90-4700-90B4-39CD3957AE5F}" srcOrd="1" destOrd="0" presId="urn:microsoft.com/office/officeart/2018/2/layout/IconCircleList"/>
    <dgm:cxn modelId="{CE52C8CF-C6A3-4DB8-9456-9327BF02687F}" type="presParOf" srcId="{8C21E462-26E4-42E0-A228-E6FB632B00C8}" destId="{6C322EE0-D450-41F2-B3F2-4170FAB159AC}" srcOrd="2" destOrd="0" presId="urn:microsoft.com/office/officeart/2018/2/layout/IconCircleList"/>
    <dgm:cxn modelId="{130DCA49-A75E-4F44-A658-FAA2A520D64B}" type="presParOf" srcId="{8C21E462-26E4-42E0-A228-E6FB632B00C8}" destId="{B95B7416-DEC1-491E-A47B-6CA70FA2E63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85410B1-E987-404C-8164-927B6D463C8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00FE4B-7A7E-4B5D-9FA2-4695641604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Thank you for your attention</a:t>
          </a:r>
        </a:p>
      </dgm:t>
    </dgm:pt>
    <dgm:pt modelId="{06441D2F-6673-4355-8B0C-F8EA33DAFAA8}" type="parTrans" cxnId="{E4390261-AB9C-4845-AB52-00A0AF7988B7}">
      <dgm:prSet/>
      <dgm:spPr/>
      <dgm:t>
        <a:bodyPr/>
        <a:lstStyle/>
        <a:p>
          <a:endParaRPr lang="en-US"/>
        </a:p>
      </dgm:t>
    </dgm:pt>
    <dgm:pt modelId="{4BB56027-0CDB-477A-84DE-8CF36C278F90}" type="sibTrans" cxnId="{E4390261-AB9C-4845-AB52-00A0AF7988B7}">
      <dgm:prSet/>
      <dgm:spPr/>
      <dgm:t>
        <a:bodyPr/>
        <a:lstStyle/>
        <a:p>
          <a:endParaRPr lang="en-US"/>
        </a:p>
      </dgm:t>
    </dgm:pt>
    <dgm:pt modelId="{651E082E-2C01-43B4-A037-FCDF4B68C2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Questions and discussion</a:t>
          </a:r>
        </a:p>
      </dgm:t>
    </dgm:pt>
    <dgm:pt modelId="{53309690-4D74-4939-A2B1-5FC5575D9D34}" type="parTrans" cxnId="{08C149E8-1D07-40BC-A01A-43512D220953}">
      <dgm:prSet/>
      <dgm:spPr/>
      <dgm:t>
        <a:bodyPr/>
        <a:lstStyle/>
        <a:p>
          <a:endParaRPr lang="en-US"/>
        </a:p>
      </dgm:t>
    </dgm:pt>
    <dgm:pt modelId="{A36B58FA-B885-4319-B736-B2BBCEC697C3}" type="sibTrans" cxnId="{08C149E8-1D07-40BC-A01A-43512D220953}">
      <dgm:prSet/>
      <dgm:spPr/>
      <dgm:t>
        <a:bodyPr/>
        <a:lstStyle/>
        <a:p>
          <a:endParaRPr lang="en-US"/>
        </a:p>
      </dgm:t>
    </dgm:pt>
    <dgm:pt modelId="{B260225D-E7FB-4DA3-BDD6-BBA2EA4AB4BD}" type="pres">
      <dgm:prSet presAssocID="{B85410B1-E987-404C-8164-927B6D463C8D}" presName="root" presStyleCnt="0">
        <dgm:presLayoutVars>
          <dgm:dir/>
          <dgm:resizeHandles val="exact"/>
        </dgm:presLayoutVars>
      </dgm:prSet>
      <dgm:spPr/>
    </dgm:pt>
    <dgm:pt modelId="{75A3692F-2C29-4FB1-B4D6-9B8B3A491073}" type="pres">
      <dgm:prSet presAssocID="{9500FE4B-7A7E-4B5D-9FA2-469564160441}" presName="compNode" presStyleCnt="0"/>
      <dgm:spPr/>
    </dgm:pt>
    <dgm:pt modelId="{4D52E454-84BE-4277-B21D-098DB512EF9F}" type="pres">
      <dgm:prSet presAssocID="{9500FE4B-7A7E-4B5D-9FA2-4695641604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9FE47D04-0111-4C31-8AA9-61723443B2D2}" type="pres">
      <dgm:prSet presAssocID="{9500FE4B-7A7E-4B5D-9FA2-469564160441}" presName="spaceRect" presStyleCnt="0"/>
      <dgm:spPr/>
    </dgm:pt>
    <dgm:pt modelId="{A8BDB50B-3181-41A9-98F9-2DF9CC26F81E}" type="pres">
      <dgm:prSet presAssocID="{9500FE4B-7A7E-4B5D-9FA2-469564160441}" presName="textRect" presStyleLbl="revTx" presStyleIdx="0" presStyleCnt="2">
        <dgm:presLayoutVars>
          <dgm:chMax val="1"/>
          <dgm:chPref val="1"/>
        </dgm:presLayoutVars>
      </dgm:prSet>
      <dgm:spPr/>
    </dgm:pt>
    <dgm:pt modelId="{9A868CD1-4C77-4C71-856A-748B83E74274}" type="pres">
      <dgm:prSet presAssocID="{4BB56027-0CDB-477A-84DE-8CF36C278F90}" presName="sibTrans" presStyleCnt="0"/>
      <dgm:spPr/>
    </dgm:pt>
    <dgm:pt modelId="{2E62F5B2-0C2B-4B57-8C94-9F55463BACD3}" type="pres">
      <dgm:prSet presAssocID="{651E082E-2C01-43B4-A037-FCDF4B68C2B6}" presName="compNode" presStyleCnt="0"/>
      <dgm:spPr/>
    </dgm:pt>
    <dgm:pt modelId="{AE16D2F5-4C6C-4BB2-B70C-7B001F3ABF77}" type="pres">
      <dgm:prSet presAssocID="{651E082E-2C01-43B4-A037-FCDF4B68C2B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D917378-7F2D-4C4F-844D-C1FB0C28FCDC}" type="pres">
      <dgm:prSet presAssocID="{651E082E-2C01-43B4-A037-FCDF4B68C2B6}" presName="spaceRect" presStyleCnt="0"/>
      <dgm:spPr/>
    </dgm:pt>
    <dgm:pt modelId="{AEC1BE70-B655-444C-864E-C92750536AAD}" type="pres">
      <dgm:prSet presAssocID="{651E082E-2C01-43B4-A037-FCDF4B68C2B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0E5E804-334A-45D2-BDB4-29BF7B70CD60}" type="presOf" srcId="{B85410B1-E987-404C-8164-927B6D463C8D}" destId="{B260225D-E7FB-4DA3-BDD6-BBA2EA4AB4BD}" srcOrd="0" destOrd="0" presId="urn:microsoft.com/office/officeart/2018/2/layout/IconLabelList"/>
    <dgm:cxn modelId="{89C00D1A-B6A3-4653-B5B9-B815AD77A1A8}" type="presOf" srcId="{651E082E-2C01-43B4-A037-FCDF4B68C2B6}" destId="{AEC1BE70-B655-444C-864E-C92750536AAD}" srcOrd="0" destOrd="0" presId="urn:microsoft.com/office/officeart/2018/2/layout/IconLabelList"/>
    <dgm:cxn modelId="{E4390261-AB9C-4845-AB52-00A0AF7988B7}" srcId="{B85410B1-E987-404C-8164-927B6D463C8D}" destId="{9500FE4B-7A7E-4B5D-9FA2-469564160441}" srcOrd="0" destOrd="0" parTransId="{06441D2F-6673-4355-8B0C-F8EA33DAFAA8}" sibTransId="{4BB56027-0CDB-477A-84DE-8CF36C278F90}"/>
    <dgm:cxn modelId="{08C149E8-1D07-40BC-A01A-43512D220953}" srcId="{B85410B1-E987-404C-8164-927B6D463C8D}" destId="{651E082E-2C01-43B4-A037-FCDF4B68C2B6}" srcOrd="1" destOrd="0" parTransId="{53309690-4D74-4939-A2B1-5FC5575D9D34}" sibTransId="{A36B58FA-B885-4319-B736-B2BBCEC697C3}"/>
    <dgm:cxn modelId="{AE758BEA-A140-40FF-B61A-C76D0EB90E67}" type="presOf" srcId="{9500FE4B-7A7E-4B5D-9FA2-469564160441}" destId="{A8BDB50B-3181-41A9-98F9-2DF9CC26F81E}" srcOrd="0" destOrd="0" presId="urn:microsoft.com/office/officeart/2018/2/layout/IconLabelList"/>
    <dgm:cxn modelId="{7D01C5DC-3FEE-4126-92B3-480E30B958F9}" type="presParOf" srcId="{B260225D-E7FB-4DA3-BDD6-BBA2EA4AB4BD}" destId="{75A3692F-2C29-4FB1-B4D6-9B8B3A491073}" srcOrd="0" destOrd="0" presId="urn:microsoft.com/office/officeart/2018/2/layout/IconLabelList"/>
    <dgm:cxn modelId="{E08F37AF-D1DC-4ECE-834C-DFCAE041BC96}" type="presParOf" srcId="{75A3692F-2C29-4FB1-B4D6-9B8B3A491073}" destId="{4D52E454-84BE-4277-B21D-098DB512EF9F}" srcOrd="0" destOrd="0" presId="urn:microsoft.com/office/officeart/2018/2/layout/IconLabelList"/>
    <dgm:cxn modelId="{83EBF5A5-96AB-4F53-89B8-888E26BC32B1}" type="presParOf" srcId="{75A3692F-2C29-4FB1-B4D6-9B8B3A491073}" destId="{9FE47D04-0111-4C31-8AA9-61723443B2D2}" srcOrd="1" destOrd="0" presId="urn:microsoft.com/office/officeart/2018/2/layout/IconLabelList"/>
    <dgm:cxn modelId="{D7374EDB-D5FF-4161-8B69-9BC0478CFBFC}" type="presParOf" srcId="{75A3692F-2C29-4FB1-B4D6-9B8B3A491073}" destId="{A8BDB50B-3181-41A9-98F9-2DF9CC26F81E}" srcOrd="2" destOrd="0" presId="urn:microsoft.com/office/officeart/2018/2/layout/IconLabelList"/>
    <dgm:cxn modelId="{E1DFC6C0-2119-4749-81E7-54BC14F6FEA5}" type="presParOf" srcId="{B260225D-E7FB-4DA3-BDD6-BBA2EA4AB4BD}" destId="{9A868CD1-4C77-4C71-856A-748B83E74274}" srcOrd="1" destOrd="0" presId="urn:microsoft.com/office/officeart/2018/2/layout/IconLabelList"/>
    <dgm:cxn modelId="{EB396AE1-F5D9-45AE-B4F4-CE896944A10A}" type="presParOf" srcId="{B260225D-E7FB-4DA3-BDD6-BBA2EA4AB4BD}" destId="{2E62F5B2-0C2B-4B57-8C94-9F55463BACD3}" srcOrd="2" destOrd="0" presId="urn:microsoft.com/office/officeart/2018/2/layout/IconLabelList"/>
    <dgm:cxn modelId="{D6CC2C01-D457-40F0-B7E8-7C81084733A1}" type="presParOf" srcId="{2E62F5B2-0C2B-4B57-8C94-9F55463BACD3}" destId="{AE16D2F5-4C6C-4BB2-B70C-7B001F3ABF77}" srcOrd="0" destOrd="0" presId="urn:microsoft.com/office/officeart/2018/2/layout/IconLabelList"/>
    <dgm:cxn modelId="{4495E093-35F1-48E3-B20E-1D8EF6EFA835}" type="presParOf" srcId="{2E62F5B2-0C2B-4B57-8C94-9F55463BACD3}" destId="{FD917378-7F2D-4C4F-844D-C1FB0C28FCDC}" srcOrd="1" destOrd="0" presId="urn:microsoft.com/office/officeart/2018/2/layout/IconLabelList"/>
    <dgm:cxn modelId="{BB90D8D6-5F7A-4620-B346-FAF176EDF544}" type="presParOf" srcId="{2E62F5B2-0C2B-4B57-8C94-9F55463BACD3}" destId="{AEC1BE70-B655-444C-864E-C92750536AA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8F4FC-55DF-4CBA-B805-10F5A9303AC4}">
      <dsp:nvSpPr>
        <dsp:cNvPr id="0" name=""/>
        <dsp:cNvSpPr/>
      </dsp:nvSpPr>
      <dsp:spPr>
        <a:xfrm>
          <a:off x="0" y="1726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EBA64-5C20-4242-B123-1298A0109D8E}">
      <dsp:nvSpPr>
        <dsp:cNvPr id="0" name=""/>
        <dsp:cNvSpPr/>
      </dsp:nvSpPr>
      <dsp:spPr>
        <a:xfrm>
          <a:off x="264739" y="198640"/>
          <a:ext cx="481344" cy="4813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051D5-A3AC-4324-8F37-EF903ED78790}">
      <dsp:nvSpPr>
        <dsp:cNvPr id="0" name=""/>
        <dsp:cNvSpPr/>
      </dsp:nvSpPr>
      <dsp:spPr>
        <a:xfrm>
          <a:off x="1010823" y="172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Rapid growth of online movie platforms</a:t>
          </a:r>
        </a:p>
      </dsp:txBody>
      <dsp:txXfrm>
        <a:off x="1010823" y="1726"/>
        <a:ext cx="9504776" cy="875171"/>
      </dsp:txXfrm>
    </dsp:sp>
    <dsp:sp modelId="{8738CBBC-4E15-4E35-A4F7-EE0C648B7AB8}">
      <dsp:nvSpPr>
        <dsp:cNvPr id="0" name=""/>
        <dsp:cNvSpPr/>
      </dsp:nvSpPr>
      <dsp:spPr>
        <a:xfrm>
          <a:off x="0" y="1095691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47A21-D4A1-4532-B18B-7858C4CB3EC5}">
      <dsp:nvSpPr>
        <dsp:cNvPr id="0" name=""/>
        <dsp:cNvSpPr/>
      </dsp:nvSpPr>
      <dsp:spPr>
        <a:xfrm>
          <a:off x="264739" y="1292605"/>
          <a:ext cx="481344" cy="4813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A4E1C-6582-466C-9FE4-66564E5902C4}">
      <dsp:nvSpPr>
        <dsp:cNvPr id="0" name=""/>
        <dsp:cNvSpPr/>
      </dsp:nvSpPr>
      <dsp:spPr>
        <a:xfrm>
          <a:off x="1010823" y="109569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Large movie catalogs create choice overload</a:t>
          </a:r>
        </a:p>
      </dsp:txBody>
      <dsp:txXfrm>
        <a:off x="1010823" y="1095691"/>
        <a:ext cx="9504776" cy="875171"/>
      </dsp:txXfrm>
    </dsp:sp>
    <dsp:sp modelId="{148EBB94-1A9C-4DDD-A209-8D0DD4DA0D5A}">
      <dsp:nvSpPr>
        <dsp:cNvPr id="0" name=""/>
        <dsp:cNvSpPr/>
      </dsp:nvSpPr>
      <dsp:spPr>
        <a:xfrm>
          <a:off x="0" y="2189656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3B642-D099-45B9-8927-5BF14F771DBD}">
      <dsp:nvSpPr>
        <dsp:cNvPr id="0" name=""/>
        <dsp:cNvSpPr/>
      </dsp:nvSpPr>
      <dsp:spPr>
        <a:xfrm>
          <a:off x="264739" y="2386570"/>
          <a:ext cx="481344" cy="4813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28E12-32C9-4799-97E3-E28D3023B36A}">
      <dsp:nvSpPr>
        <dsp:cNvPr id="0" name=""/>
        <dsp:cNvSpPr/>
      </dsp:nvSpPr>
      <dsp:spPr>
        <a:xfrm>
          <a:off x="1010823" y="218965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Recommender systems help users find relevant content</a:t>
          </a:r>
        </a:p>
      </dsp:txBody>
      <dsp:txXfrm>
        <a:off x="1010823" y="2189656"/>
        <a:ext cx="9504776" cy="875171"/>
      </dsp:txXfrm>
    </dsp:sp>
    <dsp:sp modelId="{4BDB1534-057E-4041-BEEC-F7DE33DA1E30}">
      <dsp:nvSpPr>
        <dsp:cNvPr id="0" name=""/>
        <dsp:cNvSpPr/>
      </dsp:nvSpPr>
      <dsp:spPr>
        <a:xfrm>
          <a:off x="0" y="3283621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18B29-560F-46B4-99AD-364958118978}">
      <dsp:nvSpPr>
        <dsp:cNvPr id="0" name=""/>
        <dsp:cNvSpPr/>
      </dsp:nvSpPr>
      <dsp:spPr>
        <a:xfrm>
          <a:off x="264739" y="3480535"/>
          <a:ext cx="481344" cy="4813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C682F-B3AC-432E-B869-FB88536B614A}">
      <dsp:nvSpPr>
        <dsp:cNvPr id="0" name=""/>
        <dsp:cNvSpPr/>
      </dsp:nvSpPr>
      <dsp:spPr>
        <a:xfrm>
          <a:off x="1010823" y="328362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Machine learning enables personalized recommendations</a:t>
          </a:r>
        </a:p>
      </dsp:txBody>
      <dsp:txXfrm>
        <a:off x="1010823" y="3283621"/>
        <a:ext cx="9504776" cy="875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BE9AA-02C8-45A1-8B64-5E07A0D8AFE9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1FB4E-6C17-4C5D-829F-E39996271F05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1BA35-A813-47E4-AE9B-4603D0CC747B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Users struggle to choose movies from thousands of options</a:t>
          </a:r>
        </a:p>
      </dsp:txBody>
      <dsp:txXfrm>
        <a:off x="1297085" y="2215"/>
        <a:ext cx="5354167" cy="1123017"/>
      </dsp:txXfrm>
    </dsp:sp>
    <dsp:sp modelId="{473EEFD0-0858-48AB-8EA9-E03608F2FF45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36BA7-D4FE-458F-A07B-DDCBAF67BB64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44FC9-9A01-4A9A-A874-49EB0CE10171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Manual browsing is inefficient</a:t>
          </a:r>
        </a:p>
      </dsp:txBody>
      <dsp:txXfrm>
        <a:off x="1297085" y="1405987"/>
        <a:ext cx="5354167" cy="1123017"/>
      </dsp:txXfrm>
    </dsp:sp>
    <dsp:sp modelId="{261EF57A-4707-4DA6-9F2B-7D86EAC1D996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7CEC4-90B2-4B1B-80AA-84BBFA3C459D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4226B-5E0F-479E-B849-2C4F6C43CD44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an automated and intelligent recommendation system</a:t>
          </a:r>
        </a:p>
      </dsp:txBody>
      <dsp:txXfrm>
        <a:off x="1297085" y="2809759"/>
        <a:ext cx="5354167" cy="1123017"/>
      </dsp:txXfrm>
    </dsp:sp>
    <dsp:sp modelId="{DAE0A5DB-B62D-48CD-A024-323A6B1913C2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8E5AF-7003-490C-9AC6-03F15E77492D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578ED-8878-42AC-88D1-81767F88F774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Must handle new movies and diverse user preferences</a:t>
          </a:r>
        </a:p>
      </dsp:txBody>
      <dsp:txXfrm>
        <a:off x="1297085" y="4213530"/>
        <a:ext cx="5354167" cy="1123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D2879-D876-473E-AAA8-B3377A78B9B1}">
      <dsp:nvSpPr>
        <dsp:cNvPr id="0" name=""/>
        <dsp:cNvSpPr/>
      </dsp:nvSpPr>
      <dsp:spPr>
        <a:xfrm>
          <a:off x="3088759" y="664949"/>
          <a:ext cx="5121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17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331277" y="707952"/>
        <a:ext cx="27138" cy="5433"/>
      </dsp:txXfrm>
    </dsp:sp>
    <dsp:sp modelId="{270FBCE4-4A6F-44FB-A3B9-DF5444ADAC68}">
      <dsp:nvSpPr>
        <dsp:cNvPr id="0" name=""/>
        <dsp:cNvSpPr/>
      </dsp:nvSpPr>
      <dsp:spPr>
        <a:xfrm>
          <a:off x="399169" y="2700"/>
          <a:ext cx="2691389" cy="14159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37" tIns="121381" rIns="115637" bIns="1213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Collect and preprocess real-world movie data</a:t>
          </a:r>
        </a:p>
      </dsp:txBody>
      <dsp:txXfrm>
        <a:off x="399169" y="2700"/>
        <a:ext cx="2691389" cy="1415936"/>
      </dsp:txXfrm>
    </dsp:sp>
    <dsp:sp modelId="{2A76DE9D-E911-4275-841F-80E684C3B268}">
      <dsp:nvSpPr>
        <dsp:cNvPr id="0" name=""/>
        <dsp:cNvSpPr/>
      </dsp:nvSpPr>
      <dsp:spPr>
        <a:xfrm>
          <a:off x="1748180" y="1416837"/>
          <a:ext cx="3436750" cy="512175"/>
        </a:xfrm>
        <a:custGeom>
          <a:avLst/>
          <a:gdLst/>
          <a:ahLst/>
          <a:cxnLst/>
          <a:rect l="0" t="0" r="0" b="0"/>
          <a:pathLst>
            <a:path>
              <a:moveTo>
                <a:pt x="3436750" y="0"/>
              </a:moveTo>
              <a:lnTo>
                <a:pt x="3436750" y="273187"/>
              </a:lnTo>
              <a:lnTo>
                <a:pt x="0" y="273187"/>
              </a:lnTo>
              <a:lnTo>
                <a:pt x="0" y="512175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379571" y="1670209"/>
        <a:ext cx="173967" cy="5433"/>
      </dsp:txXfrm>
    </dsp:sp>
    <dsp:sp modelId="{8F386138-F260-40ED-B195-36E43304FC0C}">
      <dsp:nvSpPr>
        <dsp:cNvPr id="0" name=""/>
        <dsp:cNvSpPr/>
      </dsp:nvSpPr>
      <dsp:spPr>
        <a:xfrm>
          <a:off x="3633334" y="2700"/>
          <a:ext cx="3103191" cy="14159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37" tIns="121381" rIns="115637" bIns="1213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Build a content-based recommendation model</a:t>
          </a:r>
        </a:p>
      </dsp:txBody>
      <dsp:txXfrm>
        <a:off x="3633334" y="2700"/>
        <a:ext cx="3103191" cy="1415936"/>
      </dsp:txXfrm>
    </dsp:sp>
    <dsp:sp modelId="{3FEE08EB-6249-4E0A-BDB9-168A1CBE2256}">
      <dsp:nvSpPr>
        <dsp:cNvPr id="0" name=""/>
        <dsp:cNvSpPr/>
      </dsp:nvSpPr>
      <dsp:spPr>
        <a:xfrm>
          <a:off x="3095390" y="2623662"/>
          <a:ext cx="5121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17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337908" y="2666665"/>
        <a:ext cx="27138" cy="5433"/>
      </dsp:txXfrm>
    </dsp:sp>
    <dsp:sp modelId="{B976C018-0B6E-4E77-83A2-DE46AC5D09C6}">
      <dsp:nvSpPr>
        <dsp:cNvPr id="0" name=""/>
        <dsp:cNvSpPr/>
      </dsp:nvSpPr>
      <dsp:spPr>
        <a:xfrm>
          <a:off x="399169" y="1961413"/>
          <a:ext cx="2698020" cy="14159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37" tIns="121381" rIns="115637" bIns="1213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Build a collaborative filtering model</a:t>
          </a:r>
        </a:p>
      </dsp:txBody>
      <dsp:txXfrm>
        <a:off x="399169" y="1961413"/>
        <a:ext cx="2698020" cy="1415936"/>
      </dsp:txXfrm>
    </dsp:sp>
    <dsp:sp modelId="{707D7062-4DCE-4F61-94EF-A65FA35F01C7}">
      <dsp:nvSpPr>
        <dsp:cNvPr id="0" name=""/>
        <dsp:cNvSpPr/>
      </dsp:nvSpPr>
      <dsp:spPr>
        <a:xfrm>
          <a:off x="1786315" y="3375550"/>
          <a:ext cx="3438992" cy="512175"/>
        </a:xfrm>
        <a:custGeom>
          <a:avLst/>
          <a:gdLst/>
          <a:ahLst/>
          <a:cxnLst/>
          <a:rect l="0" t="0" r="0" b="0"/>
          <a:pathLst>
            <a:path>
              <a:moveTo>
                <a:pt x="3438992" y="0"/>
              </a:moveTo>
              <a:lnTo>
                <a:pt x="3438992" y="273187"/>
              </a:lnTo>
              <a:lnTo>
                <a:pt x="0" y="273187"/>
              </a:lnTo>
              <a:lnTo>
                <a:pt x="0" y="512175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418773" y="3628921"/>
        <a:ext cx="174078" cy="5433"/>
      </dsp:txXfrm>
    </dsp:sp>
    <dsp:sp modelId="{9AD2B698-BB52-4CF4-BD65-B61BFE297692}">
      <dsp:nvSpPr>
        <dsp:cNvPr id="0" name=""/>
        <dsp:cNvSpPr/>
      </dsp:nvSpPr>
      <dsp:spPr>
        <a:xfrm>
          <a:off x="3639966" y="1961413"/>
          <a:ext cx="3170684" cy="14159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37" tIns="121381" rIns="115637" bIns="1213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Combine both models into a hybrid system</a:t>
          </a:r>
        </a:p>
      </dsp:txBody>
      <dsp:txXfrm>
        <a:off x="3639966" y="1961413"/>
        <a:ext cx="3170684" cy="1415936"/>
      </dsp:txXfrm>
    </dsp:sp>
    <dsp:sp modelId="{B45FDA3D-1DAC-4AD0-88C4-54A101C5F58C}">
      <dsp:nvSpPr>
        <dsp:cNvPr id="0" name=""/>
        <dsp:cNvSpPr/>
      </dsp:nvSpPr>
      <dsp:spPr>
        <a:xfrm>
          <a:off x="399169" y="3920126"/>
          <a:ext cx="2774292" cy="14159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637" tIns="121381" rIns="115637" bIns="121381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Evaluate and compare all approaches</a:t>
          </a:r>
        </a:p>
      </dsp:txBody>
      <dsp:txXfrm>
        <a:off x="399169" y="3920126"/>
        <a:ext cx="2774292" cy="14159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7B166-0609-4AE3-B24B-BE1BB8CC3DED}">
      <dsp:nvSpPr>
        <dsp:cNvPr id="0" name=""/>
        <dsp:cNvSpPr/>
      </dsp:nvSpPr>
      <dsp:spPr>
        <a:xfrm>
          <a:off x="0" y="0"/>
          <a:ext cx="5121464" cy="960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Movies released between 2015 and 2025</a:t>
          </a:r>
        </a:p>
      </dsp:txBody>
      <dsp:txXfrm>
        <a:off x="28146" y="28146"/>
        <a:ext cx="3972060" cy="904685"/>
      </dsp:txXfrm>
    </dsp:sp>
    <dsp:sp modelId="{3A8D5086-B28B-4980-82AA-8139BA32EB1C}">
      <dsp:nvSpPr>
        <dsp:cNvPr id="0" name=""/>
        <dsp:cNvSpPr/>
      </dsp:nvSpPr>
      <dsp:spPr>
        <a:xfrm>
          <a:off x="382447" y="1094446"/>
          <a:ext cx="5121464" cy="960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Rating threshold ≥ 6.0</a:t>
          </a:r>
        </a:p>
      </dsp:txBody>
      <dsp:txXfrm>
        <a:off x="410593" y="1122592"/>
        <a:ext cx="4058090" cy="904685"/>
      </dsp:txXfrm>
    </dsp:sp>
    <dsp:sp modelId="{7856FB8E-49E7-4BF3-95CD-9237D2B12976}">
      <dsp:nvSpPr>
        <dsp:cNvPr id="0" name=""/>
        <dsp:cNvSpPr/>
      </dsp:nvSpPr>
      <dsp:spPr>
        <a:xfrm>
          <a:off x="764894" y="2188893"/>
          <a:ext cx="5121464" cy="960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Minimum vote count ≥ 50</a:t>
          </a:r>
        </a:p>
      </dsp:txBody>
      <dsp:txXfrm>
        <a:off x="793040" y="2217039"/>
        <a:ext cx="4058090" cy="904685"/>
      </dsp:txXfrm>
    </dsp:sp>
    <dsp:sp modelId="{6BD7E484-3CBC-48DC-AFB9-DA11E97EDFDA}">
      <dsp:nvSpPr>
        <dsp:cNvPr id="0" name=""/>
        <dsp:cNvSpPr/>
      </dsp:nvSpPr>
      <dsp:spPr>
        <a:xfrm>
          <a:off x="1147341" y="3283339"/>
          <a:ext cx="5121464" cy="960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movies collected: ~8240</a:t>
          </a:r>
        </a:p>
      </dsp:txBody>
      <dsp:txXfrm>
        <a:off x="1175487" y="3311485"/>
        <a:ext cx="4058090" cy="904685"/>
      </dsp:txXfrm>
    </dsp:sp>
    <dsp:sp modelId="{20F433F2-9D0B-4351-B07E-D095689A18F9}">
      <dsp:nvSpPr>
        <dsp:cNvPr id="0" name=""/>
        <dsp:cNvSpPr/>
      </dsp:nvSpPr>
      <dsp:spPr>
        <a:xfrm>
          <a:off x="1529788" y="4377786"/>
          <a:ext cx="5121464" cy="9609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 on high-quality and relevant movies</a:t>
          </a:r>
        </a:p>
      </dsp:txBody>
      <dsp:txXfrm>
        <a:off x="1557934" y="4405932"/>
        <a:ext cx="4058090" cy="904685"/>
      </dsp:txXfrm>
    </dsp:sp>
    <dsp:sp modelId="{74B79533-FB70-4D5D-84FC-716C22FE803B}">
      <dsp:nvSpPr>
        <dsp:cNvPr id="0" name=""/>
        <dsp:cNvSpPr/>
      </dsp:nvSpPr>
      <dsp:spPr>
        <a:xfrm>
          <a:off x="4496829" y="702047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637372" y="702047"/>
        <a:ext cx="343549" cy="470038"/>
      </dsp:txXfrm>
    </dsp:sp>
    <dsp:sp modelId="{FB379C3E-16B6-4C59-8969-C328818F5D5C}">
      <dsp:nvSpPr>
        <dsp:cNvPr id="0" name=""/>
        <dsp:cNvSpPr/>
      </dsp:nvSpPr>
      <dsp:spPr>
        <a:xfrm>
          <a:off x="4879276" y="1796494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019819" y="1796494"/>
        <a:ext cx="343549" cy="470038"/>
      </dsp:txXfrm>
    </dsp:sp>
    <dsp:sp modelId="{5FFE3E90-AFDC-4405-93DF-ABCF0AAE4E6F}">
      <dsp:nvSpPr>
        <dsp:cNvPr id="0" name=""/>
        <dsp:cNvSpPr/>
      </dsp:nvSpPr>
      <dsp:spPr>
        <a:xfrm>
          <a:off x="5261723" y="2874924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402266" y="2874924"/>
        <a:ext cx="343549" cy="470038"/>
      </dsp:txXfrm>
    </dsp:sp>
    <dsp:sp modelId="{7A6BC27F-1B12-4076-BDBB-8A267C49883C}">
      <dsp:nvSpPr>
        <dsp:cNvPr id="0" name=""/>
        <dsp:cNvSpPr/>
      </dsp:nvSpPr>
      <dsp:spPr>
        <a:xfrm>
          <a:off x="5644170" y="3980048"/>
          <a:ext cx="624635" cy="624635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784713" y="3980048"/>
        <a:ext cx="343549" cy="4700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105F6-AF3C-40EF-B0F7-F6C4EB89576F}">
      <dsp:nvSpPr>
        <dsp:cNvPr id="0" name=""/>
        <dsp:cNvSpPr/>
      </dsp:nvSpPr>
      <dsp:spPr>
        <a:xfrm>
          <a:off x="3080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12BDA-B71B-4A11-AB7F-4F14462F773F}">
      <dsp:nvSpPr>
        <dsp:cNvPr id="0" name=""/>
        <dsp:cNvSpPr/>
      </dsp:nvSpPr>
      <dsp:spPr>
        <a:xfrm>
          <a:off x="247486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TMDB API used for movie metadata</a:t>
          </a:r>
        </a:p>
      </dsp:txBody>
      <dsp:txXfrm>
        <a:off x="288396" y="1539032"/>
        <a:ext cx="2117829" cy="1314957"/>
      </dsp:txXfrm>
    </dsp:sp>
    <dsp:sp modelId="{D53141B4-74EE-4B00-B5F8-514642CDBC36}">
      <dsp:nvSpPr>
        <dsp:cNvPr id="0" name=""/>
        <dsp:cNvSpPr/>
      </dsp:nvSpPr>
      <dsp:spPr>
        <a:xfrm>
          <a:off x="2691541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C53D8-DC7D-47F9-918B-196632E9E153}">
      <dsp:nvSpPr>
        <dsp:cNvPr id="0" name=""/>
        <dsp:cNvSpPr/>
      </dsp:nvSpPr>
      <dsp:spPr>
        <a:xfrm>
          <a:off x="2935947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MovieLens dataset used for user ratings</a:t>
          </a:r>
        </a:p>
      </dsp:txBody>
      <dsp:txXfrm>
        <a:off x="2976857" y="1539032"/>
        <a:ext cx="2117829" cy="1314957"/>
      </dsp:txXfrm>
    </dsp:sp>
    <dsp:sp modelId="{68105729-F2AE-436B-BBA4-37353739B6F5}">
      <dsp:nvSpPr>
        <dsp:cNvPr id="0" name=""/>
        <dsp:cNvSpPr/>
      </dsp:nvSpPr>
      <dsp:spPr>
        <a:xfrm>
          <a:off x="5380002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4A3D8-1AA6-43D9-86FB-76971DA2758D}">
      <dsp:nvSpPr>
        <dsp:cNvPr id="0" name=""/>
        <dsp:cNvSpPr/>
      </dsp:nvSpPr>
      <dsp:spPr>
        <a:xfrm>
          <a:off x="5624408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IMDb scraping implemented for additional data</a:t>
          </a:r>
        </a:p>
      </dsp:txBody>
      <dsp:txXfrm>
        <a:off x="5665318" y="1539032"/>
        <a:ext cx="2117829" cy="1314957"/>
      </dsp:txXfrm>
    </dsp:sp>
    <dsp:sp modelId="{A60AA9E2-3270-486B-9CBA-B8066F63A8FC}">
      <dsp:nvSpPr>
        <dsp:cNvPr id="0" name=""/>
        <dsp:cNvSpPr/>
      </dsp:nvSpPr>
      <dsp:spPr>
        <a:xfrm>
          <a:off x="8068463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3729D-6F3F-4BDD-BBD0-CDC495750F33}">
      <dsp:nvSpPr>
        <dsp:cNvPr id="0" name=""/>
        <dsp:cNvSpPr/>
      </dsp:nvSpPr>
      <dsp:spPr>
        <a:xfrm>
          <a:off x="8312869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Ethical and rate-limited data collection</a:t>
          </a:r>
        </a:p>
      </dsp:txBody>
      <dsp:txXfrm>
        <a:off x="8353779" y="1539032"/>
        <a:ext cx="2117829" cy="13149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1ADD7-853D-40EC-9712-FCDB2505CBC0}">
      <dsp:nvSpPr>
        <dsp:cNvPr id="0" name=""/>
        <dsp:cNvSpPr/>
      </dsp:nvSpPr>
      <dsp:spPr>
        <a:xfrm>
          <a:off x="0" y="10119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37E8C-E44E-40A7-8A14-902C118852E5}">
      <dsp:nvSpPr>
        <dsp:cNvPr id="0" name=""/>
        <dsp:cNvSpPr/>
      </dsp:nvSpPr>
      <dsp:spPr>
        <a:xfrm>
          <a:off x="264739" y="198640"/>
          <a:ext cx="481344" cy="4813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AF178-81D5-418D-8F7D-DBD48AEE2421}">
      <dsp:nvSpPr>
        <dsp:cNvPr id="0" name=""/>
        <dsp:cNvSpPr/>
      </dsp:nvSpPr>
      <dsp:spPr>
        <a:xfrm>
          <a:off x="1010823" y="172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movies_2015_2025.csv: </a:t>
          </a:r>
          <a:r>
            <a:rPr lang="en-US" sz="2200" kern="1200" dirty="0"/>
            <a:t>raw TMDB movie data</a:t>
          </a:r>
        </a:p>
      </dsp:txBody>
      <dsp:txXfrm>
        <a:off x="1010823" y="1726"/>
        <a:ext cx="9504776" cy="875171"/>
      </dsp:txXfrm>
    </dsp:sp>
    <dsp:sp modelId="{00BD64E1-BD63-4E88-AB95-9AF1FF455613}">
      <dsp:nvSpPr>
        <dsp:cNvPr id="0" name=""/>
        <dsp:cNvSpPr/>
      </dsp:nvSpPr>
      <dsp:spPr>
        <a:xfrm>
          <a:off x="0" y="1095691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30F38-0B25-45D6-9217-E83FE66A7357}">
      <dsp:nvSpPr>
        <dsp:cNvPr id="0" name=""/>
        <dsp:cNvSpPr/>
      </dsp:nvSpPr>
      <dsp:spPr>
        <a:xfrm>
          <a:off x="264739" y="1292605"/>
          <a:ext cx="481344" cy="4813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50DC4-2B6E-4628-A0FF-89655D593051}">
      <dsp:nvSpPr>
        <dsp:cNvPr id="0" name=""/>
        <dsp:cNvSpPr/>
      </dsp:nvSpPr>
      <dsp:spPr>
        <a:xfrm>
          <a:off x="1010823" y="109569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movies_tmdb_enriched.csv: </a:t>
          </a:r>
          <a:r>
            <a:rPr lang="en-US" sz="2200" kern="1200" dirty="0"/>
            <a:t>genres, cast, keywords</a:t>
          </a:r>
        </a:p>
      </dsp:txBody>
      <dsp:txXfrm>
        <a:off x="1010823" y="1095691"/>
        <a:ext cx="9504776" cy="875171"/>
      </dsp:txXfrm>
    </dsp:sp>
    <dsp:sp modelId="{96C07AF0-9B47-4436-B020-8055FA9A242F}">
      <dsp:nvSpPr>
        <dsp:cNvPr id="0" name=""/>
        <dsp:cNvSpPr/>
      </dsp:nvSpPr>
      <dsp:spPr>
        <a:xfrm>
          <a:off x="0" y="2189656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6A1AA-9144-473C-A5D2-C3968DA236AB}">
      <dsp:nvSpPr>
        <dsp:cNvPr id="0" name=""/>
        <dsp:cNvSpPr/>
      </dsp:nvSpPr>
      <dsp:spPr>
        <a:xfrm>
          <a:off x="264739" y="2386570"/>
          <a:ext cx="481344" cy="4813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5EFF0-CDA7-4BC8-9529-C2EF3F450056}">
      <dsp:nvSpPr>
        <dsp:cNvPr id="0" name=""/>
        <dsp:cNvSpPr/>
      </dsp:nvSpPr>
      <dsp:spPr>
        <a:xfrm>
          <a:off x="1010823" y="218965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ratings_for_cf.csv: </a:t>
          </a:r>
          <a:r>
            <a:rPr lang="en-US" sz="2200" kern="1200" dirty="0"/>
            <a:t>user–movie ratings</a:t>
          </a:r>
        </a:p>
      </dsp:txBody>
      <dsp:txXfrm>
        <a:off x="1010823" y="2189656"/>
        <a:ext cx="9504776" cy="875171"/>
      </dsp:txXfrm>
    </dsp:sp>
    <dsp:sp modelId="{FF38B85E-1399-4129-925C-333C950EC568}">
      <dsp:nvSpPr>
        <dsp:cNvPr id="0" name=""/>
        <dsp:cNvSpPr/>
      </dsp:nvSpPr>
      <dsp:spPr>
        <a:xfrm>
          <a:off x="0" y="3283621"/>
          <a:ext cx="10515600" cy="87517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65AFA-ABCA-4C72-89A3-E8072C1E2B35}">
      <dsp:nvSpPr>
        <dsp:cNvPr id="0" name=""/>
        <dsp:cNvSpPr/>
      </dsp:nvSpPr>
      <dsp:spPr>
        <a:xfrm>
          <a:off x="264739" y="3480535"/>
          <a:ext cx="481344" cy="4813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BCD45-3CE1-43CF-A542-2B8BDAA32A7A}">
      <dsp:nvSpPr>
        <dsp:cNvPr id="0" name=""/>
        <dsp:cNvSpPr/>
      </dsp:nvSpPr>
      <dsp:spPr>
        <a:xfrm>
          <a:off x="1010823" y="328362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movies_master.csv: </a:t>
          </a:r>
          <a:r>
            <a:rPr lang="en-US" sz="2200" kern="1200" dirty="0"/>
            <a:t>final dataset for modeling</a:t>
          </a:r>
        </a:p>
      </dsp:txBody>
      <dsp:txXfrm>
        <a:off x="1010823" y="3283621"/>
        <a:ext cx="9504776" cy="8751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17D1C-0735-41F7-974A-8EDAD54B0ABC}">
      <dsp:nvSpPr>
        <dsp:cNvPr id="0" name=""/>
        <dsp:cNvSpPr/>
      </dsp:nvSpPr>
      <dsp:spPr>
        <a:xfrm>
          <a:off x="3080" y="126593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CAE4E-062C-4763-8809-971E82D56D68}">
      <dsp:nvSpPr>
        <dsp:cNvPr id="0" name=""/>
        <dsp:cNvSpPr/>
      </dsp:nvSpPr>
      <dsp:spPr>
        <a:xfrm>
          <a:off x="247486" y="1498122"/>
          <a:ext cx="2199649" cy="139677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Uses movie metadata only</a:t>
          </a:r>
        </a:p>
      </dsp:txBody>
      <dsp:txXfrm>
        <a:off x="288396" y="1539032"/>
        <a:ext cx="2117829" cy="1314957"/>
      </dsp:txXfrm>
    </dsp:sp>
    <dsp:sp modelId="{61F57343-DA26-470B-A7DB-CA493320E4D8}">
      <dsp:nvSpPr>
        <dsp:cNvPr id="0" name=""/>
        <dsp:cNvSpPr/>
      </dsp:nvSpPr>
      <dsp:spPr>
        <a:xfrm>
          <a:off x="2691541" y="126593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2DF74-A5E0-40E8-A59D-C4C0A9553681}">
      <dsp:nvSpPr>
        <dsp:cNvPr id="0" name=""/>
        <dsp:cNvSpPr/>
      </dsp:nvSpPr>
      <dsp:spPr>
        <a:xfrm>
          <a:off x="2935947" y="1498122"/>
          <a:ext cx="2199649" cy="139677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TF-IDF applied on combined_text</a:t>
          </a:r>
        </a:p>
      </dsp:txBody>
      <dsp:txXfrm>
        <a:off x="2976857" y="1539032"/>
        <a:ext cx="2117829" cy="1314957"/>
      </dsp:txXfrm>
    </dsp:sp>
    <dsp:sp modelId="{D7349BEA-6E99-4767-B8F4-0E1247A64BC0}">
      <dsp:nvSpPr>
        <dsp:cNvPr id="0" name=""/>
        <dsp:cNvSpPr/>
      </dsp:nvSpPr>
      <dsp:spPr>
        <a:xfrm>
          <a:off x="5380002" y="126593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89664-1786-46A2-9632-30B0797AA09C}">
      <dsp:nvSpPr>
        <dsp:cNvPr id="0" name=""/>
        <dsp:cNvSpPr/>
      </dsp:nvSpPr>
      <dsp:spPr>
        <a:xfrm>
          <a:off x="5624408" y="1498122"/>
          <a:ext cx="2199649" cy="139677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Cosine similarity used for comparison</a:t>
          </a:r>
        </a:p>
      </dsp:txBody>
      <dsp:txXfrm>
        <a:off x="5665318" y="1539032"/>
        <a:ext cx="2117829" cy="1314957"/>
      </dsp:txXfrm>
    </dsp:sp>
    <dsp:sp modelId="{85532174-0A5E-4E2F-A198-206905B8FD43}">
      <dsp:nvSpPr>
        <dsp:cNvPr id="0" name=""/>
        <dsp:cNvSpPr/>
      </dsp:nvSpPr>
      <dsp:spPr>
        <a:xfrm>
          <a:off x="8068463" y="126593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FB657-54E7-4DD2-A5B0-A222E6199FBD}">
      <dsp:nvSpPr>
        <dsp:cNvPr id="0" name=""/>
        <dsp:cNvSpPr/>
      </dsp:nvSpPr>
      <dsp:spPr>
        <a:xfrm>
          <a:off x="8312869" y="1498122"/>
          <a:ext cx="2199649" cy="139677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Recommends similar movies</a:t>
          </a:r>
        </a:p>
      </dsp:txBody>
      <dsp:txXfrm>
        <a:off x="8353779" y="1539032"/>
        <a:ext cx="2117829" cy="13149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B1352-0D5E-48F2-A4A6-4D3A34C1B3C4}">
      <dsp:nvSpPr>
        <dsp:cNvPr id="0" name=""/>
        <dsp:cNvSpPr/>
      </dsp:nvSpPr>
      <dsp:spPr>
        <a:xfrm>
          <a:off x="3080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1B1F9-4D09-4E53-B6EE-090BD7D60211}">
      <dsp:nvSpPr>
        <dsp:cNvPr id="0" name=""/>
        <dsp:cNvSpPr/>
      </dsp:nvSpPr>
      <dsp:spPr>
        <a:xfrm>
          <a:off x="247486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user–movie interaction data</a:t>
          </a:r>
        </a:p>
      </dsp:txBody>
      <dsp:txXfrm>
        <a:off x="288396" y="1539032"/>
        <a:ext cx="2117829" cy="1314957"/>
      </dsp:txXfrm>
    </dsp:sp>
    <dsp:sp modelId="{04ED1DB9-DBEC-466B-A5FF-6FBB13B481F2}">
      <dsp:nvSpPr>
        <dsp:cNvPr id="0" name=""/>
        <dsp:cNvSpPr/>
      </dsp:nvSpPr>
      <dsp:spPr>
        <a:xfrm>
          <a:off x="2691541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8489A-08F8-4DF7-A459-7F577A0B87BD}">
      <dsp:nvSpPr>
        <dsp:cNvPr id="0" name=""/>
        <dsp:cNvSpPr/>
      </dsp:nvSpPr>
      <dsp:spPr>
        <a:xfrm>
          <a:off x="2935947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User–item rating matrix construction</a:t>
          </a:r>
        </a:p>
      </dsp:txBody>
      <dsp:txXfrm>
        <a:off x="2976857" y="1539032"/>
        <a:ext cx="2117829" cy="1314957"/>
      </dsp:txXfrm>
    </dsp:sp>
    <dsp:sp modelId="{399595A9-35D7-4DAD-982F-9E7BA8F28F44}">
      <dsp:nvSpPr>
        <dsp:cNvPr id="0" name=""/>
        <dsp:cNvSpPr/>
      </dsp:nvSpPr>
      <dsp:spPr>
        <a:xfrm>
          <a:off x="5380002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09E72-B8EE-4FBB-AD19-003DC84D615C}">
      <dsp:nvSpPr>
        <dsp:cNvPr id="0" name=""/>
        <dsp:cNvSpPr/>
      </dsp:nvSpPr>
      <dsp:spPr>
        <a:xfrm>
          <a:off x="5624408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Matrix factorization (SVD)</a:t>
          </a:r>
        </a:p>
      </dsp:txBody>
      <dsp:txXfrm>
        <a:off x="5665318" y="1539032"/>
        <a:ext cx="2117829" cy="1314957"/>
      </dsp:txXfrm>
    </dsp:sp>
    <dsp:sp modelId="{3E78F977-985C-4FD5-BA01-1B8F4CDEBA51}">
      <dsp:nvSpPr>
        <dsp:cNvPr id="0" name=""/>
        <dsp:cNvSpPr/>
      </dsp:nvSpPr>
      <dsp:spPr>
        <a:xfrm>
          <a:off x="8068463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609E3-42BF-4200-BDA1-AC1D26F0BAAD}">
      <dsp:nvSpPr>
        <dsp:cNvPr id="0" name=""/>
        <dsp:cNvSpPr/>
      </dsp:nvSpPr>
      <dsp:spPr>
        <a:xfrm>
          <a:off x="8312869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Personalized recommendations</a:t>
          </a:r>
        </a:p>
      </dsp:txBody>
      <dsp:txXfrm>
        <a:off x="8353779" y="1539032"/>
        <a:ext cx="2117829" cy="13149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BC785-490F-47A5-80E0-D50C6EE3A416}">
      <dsp:nvSpPr>
        <dsp:cNvPr id="0" name=""/>
        <dsp:cNvSpPr/>
      </dsp:nvSpPr>
      <dsp:spPr>
        <a:xfrm>
          <a:off x="3080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2A0A0-BD37-492D-B5B7-040FC725D4B4}">
      <dsp:nvSpPr>
        <dsp:cNvPr id="0" name=""/>
        <dsp:cNvSpPr/>
      </dsp:nvSpPr>
      <dsp:spPr>
        <a:xfrm>
          <a:off x="247486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Combines content-based and collaborative models</a:t>
          </a:r>
        </a:p>
      </dsp:txBody>
      <dsp:txXfrm>
        <a:off x="288396" y="1539032"/>
        <a:ext cx="2117829" cy="1314957"/>
      </dsp:txXfrm>
    </dsp:sp>
    <dsp:sp modelId="{6E92CC21-7C67-4403-A914-186F2155395C}">
      <dsp:nvSpPr>
        <dsp:cNvPr id="0" name=""/>
        <dsp:cNvSpPr/>
      </dsp:nvSpPr>
      <dsp:spPr>
        <a:xfrm>
          <a:off x="2691541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E46C4-EA1E-4FF5-81D0-3D8BED1446FC}">
      <dsp:nvSpPr>
        <dsp:cNvPr id="0" name=""/>
        <dsp:cNvSpPr/>
      </dsp:nvSpPr>
      <dsp:spPr>
        <a:xfrm>
          <a:off x="2935947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Weighted score fusion</a:t>
          </a:r>
        </a:p>
      </dsp:txBody>
      <dsp:txXfrm>
        <a:off x="2976857" y="1539032"/>
        <a:ext cx="2117829" cy="1314957"/>
      </dsp:txXfrm>
    </dsp:sp>
    <dsp:sp modelId="{166B409E-3319-48C1-B11F-267DB3539661}">
      <dsp:nvSpPr>
        <dsp:cNvPr id="0" name=""/>
        <dsp:cNvSpPr/>
      </dsp:nvSpPr>
      <dsp:spPr>
        <a:xfrm>
          <a:off x="5380002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171B7-047D-4CCC-A2B6-7AFD04B9B60E}">
      <dsp:nvSpPr>
        <dsp:cNvPr id="0" name=""/>
        <dsp:cNvSpPr/>
      </dsp:nvSpPr>
      <dsp:spPr>
        <a:xfrm>
          <a:off x="5624408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cold-start problem</a:t>
          </a:r>
        </a:p>
      </dsp:txBody>
      <dsp:txXfrm>
        <a:off x="5665318" y="1539032"/>
        <a:ext cx="2117829" cy="1314957"/>
      </dsp:txXfrm>
    </dsp:sp>
    <dsp:sp modelId="{4C7767E4-76D8-488D-96D4-41D7B1887C8F}">
      <dsp:nvSpPr>
        <dsp:cNvPr id="0" name=""/>
        <dsp:cNvSpPr/>
      </dsp:nvSpPr>
      <dsp:spPr>
        <a:xfrm>
          <a:off x="8068463" y="1265937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7B686-61C4-4C2D-B541-E43708E2E1F1}">
      <dsp:nvSpPr>
        <dsp:cNvPr id="0" name=""/>
        <dsp:cNvSpPr/>
      </dsp:nvSpPr>
      <dsp:spPr>
        <a:xfrm>
          <a:off x="8312869" y="149812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Improves accuracy and diversity</a:t>
          </a:r>
        </a:p>
      </dsp:txBody>
      <dsp:txXfrm>
        <a:off x="8353779" y="1539032"/>
        <a:ext cx="2117829" cy="131495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6F29B-4AFC-42B1-823B-83EDC9454C41}">
      <dsp:nvSpPr>
        <dsp:cNvPr id="0" name=""/>
        <dsp:cNvSpPr/>
      </dsp:nvSpPr>
      <dsp:spPr>
        <a:xfrm>
          <a:off x="0" y="589"/>
          <a:ext cx="7021443" cy="13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196CF-262C-4E82-8BA9-24CDD8073143}">
      <dsp:nvSpPr>
        <dsp:cNvPr id="0" name=""/>
        <dsp:cNvSpPr/>
      </dsp:nvSpPr>
      <dsp:spPr>
        <a:xfrm>
          <a:off x="417031" y="310777"/>
          <a:ext cx="758238" cy="758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9DA93-BE3C-4F3E-A644-E12B83E4B62D}">
      <dsp:nvSpPr>
        <dsp:cNvPr id="0" name=""/>
        <dsp:cNvSpPr/>
      </dsp:nvSpPr>
      <dsp:spPr>
        <a:xfrm>
          <a:off x="1592301" y="589"/>
          <a:ext cx="5429141" cy="13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04" tIns="145904" rIns="145904" bIns="145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RMSE for rating prediction accuracy</a:t>
          </a:r>
        </a:p>
      </dsp:txBody>
      <dsp:txXfrm>
        <a:off x="1592301" y="589"/>
        <a:ext cx="5429141" cy="1378616"/>
      </dsp:txXfrm>
    </dsp:sp>
    <dsp:sp modelId="{781C8AA2-8372-46A1-8C1B-46D5569D58EA}">
      <dsp:nvSpPr>
        <dsp:cNvPr id="0" name=""/>
        <dsp:cNvSpPr/>
      </dsp:nvSpPr>
      <dsp:spPr>
        <a:xfrm>
          <a:off x="0" y="1723859"/>
          <a:ext cx="7021443" cy="13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F1258-218A-4779-BCE7-3DAEE6B34EF9}">
      <dsp:nvSpPr>
        <dsp:cNvPr id="0" name=""/>
        <dsp:cNvSpPr/>
      </dsp:nvSpPr>
      <dsp:spPr>
        <a:xfrm>
          <a:off x="417031" y="2034048"/>
          <a:ext cx="758238" cy="758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2249E-2049-4690-AF43-073C4352630F}">
      <dsp:nvSpPr>
        <dsp:cNvPr id="0" name=""/>
        <dsp:cNvSpPr/>
      </dsp:nvSpPr>
      <dsp:spPr>
        <a:xfrm>
          <a:off x="1592301" y="1723859"/>
          <a:ext cx="5429141" cy="13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04" tIns="145904" rIns="145904" bIns="145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Precision@K</a:t>
          </a:r>
          <a:r>
            <a:rPr lang="en-US" sz="2200" kern="1200" dirty="0"/>
            <a:t> for recommendation relevance</a:t>
          </a:r>
        </a:p>
      </dsp:txBody>
      <dsp:txXfrm>
        <a:off x="1592301" y="1723859"/>
        <a:ext cx="5429141" cy="1378616"/>
      </dsp:txXfrm>
    </dsp:sp>
    <dsp:sp modelId="{F7BE00BC-A7F8-4418-98E9-69DC6764E745}">
      <dsp:nvSpPr>
        <dsp:cNvPr id="0" name=""/>
        <dsp:cNvSpPr/>
      </dsp:nvSpPr>
      <dsp:spPr>
        <a:xfrm>
          <a:off x="0" y="3447129"/>
          <a:ext cx="7021443" cy="1378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4C310-7885-438D-B982-96D6C4D25567}">
      <dsp:nvSpPr>
        <dsp:cNvPr id="0" name=""/>
        <dsp:cNvSpPr/>
      </dsp:nvSpPr>
      <dsp:spPr>
        <a:xfrm>
          <a:off x="417031" y="3757318"/>
          <a:ext cx="758238" cy="758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9AC4-EB28-41B7-8403-9F6A74CAEF20}">
      <dsp:nvSpPr>
        <dsp:cNvPr id="0" name=""/>
        <dsp:cNvSpPr/>
      </dsp:nvSpPr>
      <dsp:spPr>
        <a:xfrm>
          <a:off x="1592301" y="3447129"/>
          <a:ext cx="5429141" cy="13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904" tIns="145904" rIns="145904" bIns="14590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Recall@K for coverage of relevant items</a:t>
          </a:r>
        </a:p>
      </dsp:txBody>
      <dsp:txXfrm>
        <a:off x="1592301" y="3447129"/>
        <a:ext cx="5429141" cy="13786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A08FA-B790-4BB9-815F-E9C70957F239}">
      <dsp:nvSpPr>
        <dsp:cNvPr id="0" name=""/>
        <dsp:cNvSpPr/>
      </dsp:nvSpPr>
      <dsp:spPr>
        <a:xfrm>
          <a:off x="0" y="0"/>
          <a:ext cx="5321002" cy="11745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Successfully built three recommendation models</a:t>
          </a:r>
        </a:p>
      </dsp:txBody>
      <dsp:txXfrm>
        <a:off x="34401" y="34401"/>
        <a:ext cx="3954346" cy="1105726"/>
      </dsp:txXfrm>
    </dsp:sp>
    <dsp:sp modelId="{62DAFB7F-6BB8-49A8-8524-CC52B59C69AB}">
      <dsp:nvSpPr>
        <dsp:cNvPr id="0" name=""/>
        <dsp:cNvSpPr/>
      </dsp:nvSpPr>
      <dsp:spPr>
        <a:xfrm>
          <a:off x="445633" y="1388078"/>
          <a:ext cx="5321002" cy="11745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Hybrid approach outperformed individual models</a:t>
          </a:r>
        </a:p>
      </dsp:txBody>
      <dsp:txXfrm>
        <a:off x="480034" y="1422479"/>
        <a:ext cx="4043123" cy="1105726"/>
      </dsp:txXfrm>
    </dsp:sp>
    <dsp:sp modelId="{43515B11-A732-41D6-B806-1B20943DB423}">
      <dsp:nvSpPr>
        <dsp:cNvPr id="0" name=""/>
        <dsp:cNvSpPr/>
      </dsp:nvSpPr>
      <dsp:spPr>
        <a:xfrm>
          <a:off x="884616" y="2776157"/>
          <a:ext cx="5321002" cy="11745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data pipeline and preprocessing</a:t>
          </a:r>
        </a:p>
      </dsp:txBody>
      <dsp:txXfrm>
        <a:off x="919017" y="2810558"/>
        <a:ext cx="4049774" cy="1105726"/>
      </dsp:txXfrm>
    </dsp:sp>
    <dsp:sp modelId="{A964463F-4011-4F2A-AE3F-73C459E1B8FF}">
      <dsp:nvSpPr>
        <dsp:cNvPr id="0" name=""/>
        <dsp:cNvSpPr/>
      </dsp:nvSpPr>
      <dsp:spPr>
        <a:xfrm>
          <a:off x="1330250" y="4164235"/>
          <a:ext cx="5321002" cy="11745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Practical application of machine learning concepts</a:t>
          </a:r>
        </a:p>
      </dsp:txBody>
      <dsp:txXfrm>
        <a:off x="1364651" y="4198636"/>
        <a:ext cx="4043123" cy="1105726"/>
      </dsp:txXfrm>
    </dsp:sp>
    <dsp:sp modelId="{92FBC1DE-EBB5-461E-9B7D-918A9586FCD0}">
      <dsp:nvSpPr>
        <dsp:cNvPr id="0" name=""/>
        <dsp:cNvSpPr/>
      </dsp:nvSpPr>
      <dsp:spPr>
        <a:xfrm>
          <a:off x="4557559" y="899581"/>
          <a:ext cx="763443" cy="76344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4729334" y="899581"/>
        <a:ext cx="419893" cy="574491"/>
      </dsp:txXfrm>
    </dsp:sp>
    <dsp:sp modelId="{C4696399-5345-4747-9211-160C15FD0687}">
      <dsp:nvSpPr>
        <dsp:cNvPr id="0" name=""/>
        <dsp:cNvSpPr/>
      </dsp:nvSpPr>
      <dsp:spPr>
        <a:xfrm>
          <a:off x="5003193" y="2287660"/>
          <a:ext cx="763443" cy="76344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174968" y="2287660"/>
        <a:ext cx="419893" cy="574491"/>
      </dsp:txXfrm>
    </dsp:sp>
    <dsp:sp modelId="{C0D7D6EC-D5F3-454B-9B53-9743795DF210}">
      <dsp:nvSpPr>
        <dsp:cNvPr id="0" name=""/>
        <dsp:cNvSpPr/>
      </dsp:nvSpPr>
      <dsp:spPr>
        <a:xfrm>
          <a:off x="5442175" y="3675739"/>
          <a:ext cx="763443" cy="763443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613950" y="3675739"/>
        <a:ext cx="419893" cy="5744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B87FB-8D0F-4CB4-8B11-6346FB3180E7}">
      <dsp:nvSpPr>
        <dsp:cNvPr id="0" name=""/>
        <dsp:cNvSpPr/>
      </dsp:nvSpPr>
      <dsp:spPr>
        <a:xfrm>
          <a:off x="212335" y="390700"/>
          <a:ext cx="1335915" cy="133591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16757-FD7D-496D-AF91-7C89CA87DA20}">
      <dsp:nvSpPr>
        <dsp:cNvPr id="0" name=""/>
        <dsp:cNvSpPr/>
      </dsp:nvSpPr>
      <dsp:spPr>
        <a:xfrm>
          <a:off x="492877" y="67124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67DFF-6596-4C13-8332-42612CD8634A}">
      <dsp:nvSpPr>
        <dsp:cNvPr id="0" name=""/>
        <dsp:cNvSpPr/>
      </dsp:nvSpPr>
      <dsp:spPr>
        <a:xfrm>
          <a:off x="1834517" y="39070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Deep learning-based recommenders</a:t>
          </a:r>
        </a:p>
      </dsp:txBody>
      <dsp:txXfrm>
        <a:off x="1834517" y="390700"/>
        <a:ext cx="3148942" cy="1335915"/>
      </dsp:txXfrm>
    </dsp:sp>
    <dsp:sp modelId="{2910F382-52AF-4B92-98C7-1C60696FA8BD}">
      <dsp:nvSpPr>
        <dsp:cNvPr id="0" name=""/>
        <dsp:cNvSpPr/>
      </dsp:nvSpPr>
      <dsp:spPr>
        <a:xfrm>
          <a:off x="5532139" y="390700"/>
          <a:ext cx="1335915" cy="133591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8950F-9D35-4018-8195-6545A2F5B9EE}">
      <dsp:nvSpPr>
        <dsp:cNvPr id="0" name=""/>
        <dsp:cNvSpPr/>
      </dsp:nvSpPr>
      <dsp:spPr>
        <a:xfrm>
          <a:off x="5812681" y="67124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ADA9C-17DA-4114-8A1C-95108C5E111C}">
      <dsp:nvSpPr>
        <dsp:cNvPr id="0" name=""/>
        <dsp:cNvSpPr/>
      </dsp:nvSpPr>
      <dsp:spPr>
        <a:xfrm>
          <a:off x="7154322" y="39070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user feedback</a:t>
          </a:r>
        </a:p>
      </dsp:txBody>
      <dsp:txXfrm>
        <a:off x="7154322" y="390700"/>
        <a:ext cx="3148942" cy="1335915"/>
      </dsp:txXfrm>
    </dsp:sp>
    <dsp:sp modelId="{BC9DA9D6-6C77-4DB3-BD71-321616EA1091}">
      <dsp:nvSpPr>
        <dsp:cNvPr id="0" name=""/>
        <dsp:cNvSpPr/>
      </dsp:nvSpPr>
      <dsp:spPr>
        <a:xfrm>
          <a:off x="212335" y="2433904"/>
          <a:ext cx="1335915" cy="133591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CA65C-B4BD-426F-AD9E-1038A1F54D19}">
      <dsp:nvSpPr>
        <dsp:cNvPr id="0" name=""/>
        <dsp:cNvSpPr/>
      </dsp:nvSpPr>
      <dsp:spPr>
        <a:xfrm>
          <a:off x="492877" y="2714446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6A9D2-9DF0-445D-B19C-F0931B68F2F5}">
      <dsp:nvSpPr>
        <dsp:cNvPr id="0" name=""/>
        <dsp:cNvSpPr/>
      </dsp:nvSpPr>
      <dsp:spPr>
        <a:xfrm>
          <a:off x="1834517" y="24339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Web or mobile deployment</a:t>
          </a:r>
        </a:p>
      </dsp:txBody>
      <dsp:txXfrm>
        <a:off x="1834517" y="2433904"/>
        <a:ext cx="3148942" cy="1335915"/>
      </dsp:txXfrm>
    </dsp:sp>
    <dsp:sp modelId="{0C737BF0-C7A3-49F6-9FBB-56B916173ED4}">
      <dsp:nvSpPr>
        <dsp:cNvPr id="0" name=""/>
        <dsp:cNvSpPr/>
      </dsp:nvSpPr>
      <dsp:spPr>
        <a:xfrm>
          <a:off x="5532139" y="2433904"/>
          <a:ext cx="1335915" cy="1335915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00001F-8F90-4700-90B4-39CD3957AE5F}">
      <dsp:nvSpPr>
        <dsp:cNvPr id="0" name=""/>
        <dsp:cNvSpPr/>
      </dsp:nvSpPr>
      <dsp:spPr>
        <a:xfrm>
          <a:off x="5812681" y="2714446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B7416-DEC1-491E-A47B-6CA70FA2E639}">
      <dsp:nvSpPr>
        <dsp:cNvPr id="0" name=""/>
        <dsp:cNvSpPr/>
      </dsp:nvSpPr>
      <dsp:spPr>
        <a:xfrm>
          <a:off x="7154322" y="24339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Larger and multilingual datasets</a:t>
          </a:r>
        </a:p>
      </dsp:txBody>
      <dsp:txXfrm>
        <a:off x="7154322" y="2433904"/>
        <a:ext cx="3148942" cy="133591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2E454-84BE-4277-B21D-098DB512EF9F}">
      <dsp:nvSpPr>
        <dsp:cNvPr id="0" name=""/>
        <dsp:cNvSpPr/>
      </dsp:nvSpPr>
      <dsp:spPr>
        <a:xfrm>
          <a:off x="1747800" y="51313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DB50B-3181-41A9-98F9-2DF9CC26F81E}">
      <dsp:nvSpPr>
        <dsp:cNvPr id="0" name=""/>
        <dsp:cNvSpPr/>
      </dsp:nvSpPr>
      <dsp:spPr>
        <a:xfrm>
          <a:off x="559800" y="292738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Thank you for your attention</a:t>
          </a:r>
        </a:p>
      </dsp:txBody>
      <dsp:txXfrm>
        <a:off x="559800" y="2927386"/>
        <a:ext cx="4320000" cy="720000"/>
      </dsp:txXfrm>
    </dsp:sp>
    <dsp:sp modelId="{AE16D2F5-4C6C-4BB2-B70C-7B001F3ABF77}">
      <dsp:nvSpPr>
        <dsp:cNvPr id="0" name=""/>
        <dsp:cNvSpPr/>
      </dsp:nvSpPr>
      <dsp:spPr>
        <a:xfrm>
          <a:off x="6823800" y="51313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1BE70-B655-444C-864E-C92750536AAD}">
      <dsp:nvSpPr>
        <dsp:cNvPr id="0" name=""/>
        <dsp:cNvSpPr/>
      </dsp:nvSpPr>
      <dsp:spPr>
        <a:xfrm>
          <a:off x="5635800" y="292738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Questions and discussion</a:t>
          </a:r>
        </a:p>
      </dsp:txBody>
      <dsp:txXfrm>
        <a:off x="5635800" y="2927386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CA9CD-B2B0-4E1B-ACFD-33C617D8A3D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16E60-67EF-409F-974E-493443BC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906D-49CD-4C96-A7BA-72F344F0BA1A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6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F4213-EC5A-45B6-BFF1-00AAD53A1F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5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C74D-ACB5-4612-BFF7-973DA0CACE2B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4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BA5B1-CCD0-4840-BFB9-8951857B275D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E27D-58DC-49A2-9609-FC8D6C503AF2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4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93486-E38A-416C-8827-56C31D7F07D6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5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ECE8-E360-492A-8870-42A27BA6E535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5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ED34-AD74-4CE8-8226-660B0BE1312D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2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627A4-CF03-47B2-A922-704E14A941D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7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467B-FC25-44B6-98F7-1B3663B9E753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86465-9F1E-41A1-ACEF-BC2E9B3A5FC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79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92CC-14C0-4A3C-9D77-A88EFBC4183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6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66C60-6831-47D7-BFA4-2C74FFAD96AB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6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488F6DB-AE81-4C8D-B1F2-045AB0C89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background with dots and shapes&#10;&#10;Description automatically generated with medium confidence">
            <a:extLst>
              <a:ext uri="{FF2B5EF4-FFF2-40B4-BE49-F238E27FC236}">
                <a16:creationId xmlns:a16="http://schemas.microsoft.com/office/drawing/2014/main" id="{4C209C60-E540-D501-283B-68D075C6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Graphic 1">
            <a:extLst>
              <a:ext uri="{FF2B5EF4-FFF2-40B4-BE49-F238E27FC236}">
                <a16:creationId xmlns:a16="http://schemas.microsoft.com/office/drawing/2014/main" id="{721F817A-BF7E-440D-B296-66D86EDB0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 w="32707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F879D-984D-2B60-8180-4E0DC7967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1544" y="1750553"/>
            <a:ext cx="6170443" cy="14393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700" i="1" dirty="0"/>
              <a:t>Movie Recommender System using Machine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0EE7C-797D-1282-B271-E5566EC2C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4374" y="3311905"/>
            <a:ext cx="5861107" cy="18723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Team Members: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Awais Asghar (427265)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Ahmad Hussain (404302)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M. Hammad Sarwar (408991)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244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F954-5232-2910-8BD3-1D1C7294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0EDE6135-AEC3-9BCA-6457-CEB7641B68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57553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97A89-D574-88AD-89C3-0D06169F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0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B2978-F823-9857-7413-B8A8810F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474264-ADFC-DC79-64EC-8939B37B6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62698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A4345-080C-9B87-1843-4FCA1416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5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787A4-E8E2-30CE-9D30-ADA197F9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/>
                <a:latin typeface="Century Gothic (Headings)"/>
                <a:ea typeface="Aptos" panose="020B0004020202020204" pitchFamily="34" charset="0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Century Gothic (Headings)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84FC92-E6FC-BC26-CFEC-253FAB8E2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4498"/>
              </p:ext>
            </p:extLst>
          </p:nvPr>
        </p:nvGraphicFramePr>
        <p:xfrm>
          <a:off x="4702547" y="838199"/>
          <a:ext cx="720982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B219E-762E-F631-2BF4-2D101B50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A64FF-F34B-E3CF-15B1-13E93CBD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599"/>
            <a:ext cx="3355747" cy="149747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/>
                <a:latin typeface="Century Gothic (Headings)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>
              <a:latin typeface="Century Gothic (Headings)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7D261E-8AEC-1209-2E2C-A4A87B670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0059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A86F-4FA2-70DC-3C78-2D23F441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7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F60FC-AF5B-DE68-474A-AC3B0816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entury Gothic (Headings)"/>
                <a:ea typeface="Aptos" panose="020B0004020202020204" pitchFamily="34" charset="0"/>
                <a:cs typeface="Times New Roman" panose="02020603050405020304" pitchFamily="18" charset="0"/>
              </a:rPr>
              <a:t>Data Collection and Scraping</a:t>
            </a:r>
            <a:endParaRPr lang="en-US" dirty="0">
              <a:latin typeface="Century Gothic (Headings)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1C21A-0A52-8E12-612E-9137EF4BF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903374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F276F-6189-8849-B095-F1866A58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5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4836-9CAC-EE7C-3F54-22C8DBF5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 (Headings)"/>
                <a:ea typeface="Aptos" panose="020B0004020202020204" pitchFamily="34" charset="0"/>
                <a:cs typeface="Times New Roman" panose="02020603050405020304" pitchFamily="18" charset="0"/>
              </a:rPr>
              <a:t>Generated Datasets</a:t>
            </a:r>
            <a:endParaRPr lang="en-US" sz="7200" dirty="0">
              <a:latin typeface="Century Gothic (Headings)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4F8BDB-5150-1BD1-E1E8-01291E245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896663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1C346-FADB-12FC-CC91-D94EE65D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2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8F8E7-9C4C-AA53-E5DF-65A7F56D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entury Gothic (Headings)"/>
                <a:ea typeface="Aptos" panose="020B0004020202020204" pitchFamily="34" charset="0"/>
                <a:cs typeface="Times New Roman" panose="02020603050405020304" pitchFamily="18" charset="0"/>
              </a:rPr>
              <a:t>Data Preprocessing</a:t>
            </a:r>
            <a:endParaRPr lang="en-US" dirty="0">
              <a:latin typeface="Century Gothic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AAEF-6FB0-31D3-7412-B4661287A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387967" cy="3843666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Century Gothic (Headings)"/>
                <a:ea typeface="Aptos" panose="020B0004020202020204" pitchFamily="34" charset="0"/>
                <a:cs typeface="Symbol" panose="05050102010706020507" pitchFamily="18" charset="2"/>
              </a:rPr>
              <a:t>Removal of duplicates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Century Gothic (Headings)"/>
                <a:ea typeface="Aptos" panose="020B0004020202020204" pitchFamily="34" charset="0"/>
                <a:cs typeface="Symbol" panose="05050102010706020507" pitchFamily="18" charset="2"/>
              </a:rPr>
              <a:t>Handling missing values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Century Gothic (Headings)"/>
                <a:ea typeface="Aptos" panose="020B0004020202020204" pitchFamily="34" charset="0"/>
                <a:cs typeface="Symbol" panose="05050102010706020507" pitchFamily="18" charset="2"/>
              </a:rPr>
              <a:t>Filtering invalid entries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Century Gothic (Headings)"/>
                <a:ea typeface="Aptos" panose="020B0004020202020204" pitchFamily="34" charset="0"/>
                <a:cs typeface="Symbol" panose="05050102010706020507" pitchFamily="18" charset="2"/>
              </a:rPr>
              <a:t>Data consistency across datasets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3125FF9-7E08-F4C5-B3E0-7E5DD24D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89" r="17903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2BB24-475F-9382-97B4-6069DD33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09316-1BE9-C9C0-B3DA-86073709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62996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089C3-D291-4B3A-C4CB-DA8A9D75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41" y="2333297"/>
            <a:ext cx="5544845" cy="3843666"/>
          </a:xfrm>
        </p:spPr>
        <p:txBody>
          <a:bodyPr>
            <a:norm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Extraction of genres, keywords, and cast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Text normalization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Creation of </a:t>
            </a:r>
            <a:r>
              <a:rPr lang="en-US" sz="2200" b="1" dirty="0" err="1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combined_text</a:t>
            </a:r>
            <a:r>
              <a:rPr lang="en-US" sz="2200" b="1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 </a:t>
            </a:r>
            <a:r>
              <a:rPr lang="en-US" sz="2200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feature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2200" dirty="0">
                <a:effectLst/>
                <a:latin typeface="+mj-lt"/>
                <a:ea typeface="Aptos" panose="020B0004020202020204" pitchFamily="34" charset="0"/>
                <a:cs typeface="Symbol" panose="05050102010706020507" pitchFamily="18" charset="2"/>
              </a:rPr>
              <a:t>Unified representation of movie content</a:t>
            </a:r>
          </a:p>
        </p:txBody>
      </p:sp>
      <p:pic>
        <p:nvPicPr>
          <p:cNvPr id="12" name="Picture 11" descr="Analog board showing flight information">
            <a:extLst>
              <a:ext uri="{FF2B5EF4-FFF2-40B4-BE49-F238E27FC236}">
                <a16:creationId xmlns:a16="http://schemas.microsoft.com/office/drawing/2014/main" id="{871E1AD1-4DE5-E6D5-D238-EE8D61D703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45" r="22717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8DC32-0C93-A0F6-1F99-12290BE4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12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274E-881C-F9B4-48AF-22C9BAD2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20A30-ADA3-8963-F681-400012D0CE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2" r="1330"/>
          <a:stretch/>
        </p:blipFill>
        <p:spPr>
          <a:xfrm>
            <a:off x="148205" y="1976063"/>
            <a:ext cx="11895589" cy="392933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A9E7CBB-A0B0-0EB4-14AB-ADB0F87C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3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7A91-3AB4-EA0B-DC14-8FC7A90C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Content-Based Recommendation Model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1B51619-4F82-B285-4AFA-51127E3113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2918"/>
              </p:ext>
            </p:extLst>
          </p:nvPr>
        </p:nvGraphicFramePr>
        <p:xfrm>
          <a:off x="838200" y="1690688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F4CD7-E3CC-B8B8-D9E1-BD0BF0E9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1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DD44-5269-7495-CDB3-BE5F9BD6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Collaborative Filtering Model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6102C92-18FA-7CB6-F26E-584AB37B7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075378"/>
              </p:ext>
            </p:extLst>
          </p:nvPr>
        </p:nvGraphicFramePr>
        <p:xfrm>
          <a:off x="838200" y="1690688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FD293-8F22-F214-A037-4868D735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2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DB084-A2AE-2857-26AC-82E16810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Hybrid Recommendation System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10F8D83-6517-15FB-BCE0-C9D67D968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980954"/>
              </p:ext>
            </p:extLst>
          </p:nvPr>
        </p:nvGraphicFramePr>
        <p:xfrm>
          <a:off x="838200" y="1690688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07DA9-A62A-9FF6-58D8-9446C64D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86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41DC3-E754-EB83-ABE5-BC7547B7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Evaluation Metrics</a:t>
            </a:r>
            <a:endParaRPr lang="en-US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EF4FDD-7C34-FA65-A056-66FB2E9F5A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637459"/>
              </p:ext>
            </p:extLst>
          </p:nvPr>
        </p:nvGraphicFramePr>
        <p:xfrm>
          <a:off x="4731533" y="1166069"/>
          <a:ext cx="7021443" cy="4826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B3521-C0EF-B898-B633-334BC4E4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32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4845-6A96-64F5-1A1E-A3AD6668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 and Analysis</a:t>
            </a:r>
            <a:endParaRPr lang="en-US" sz="7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629BF-44DB-34DE-D4B8-CA9871BE4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8769"/>
            <a:ext cx="12192000" cy="33374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98D64-7B51-FCAB-4FA2-A28240CB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82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A04F75-79E1-42E2-94A3-5B432E019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A3506-9792-2073-3105-3DFA8FB5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2620477"/>
            <a:ext cx="3010737" cy="1497475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US" sz="2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B37A49-8850-8A1E-7B81-195041D54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48445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7AB3F-0057-46C1-9B86-93DA2396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29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5D36-0E59-27E3-9EC7-D24C0DE6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 Work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5787C5-D58D-B79C-E892-5DB869B22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023313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F3821-9AAB-D42F-AC24-CF15D9F8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2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026C-390C-0088-373E-299DEC4D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Thank You</a:t>
            </a:r>
            <a:endParaRPr lang="en-US" sz="7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04A38D-BB52-49BE-196F-CE1244D995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EFC7D-71BA-7BB3-93E5-459460C3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94213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403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Century Gothic (Headings)</vt:lpstr>
      <vt:lpstr>Symbol</vt:lpstr>
      <vt:lpstr>BrushVTI</vt:lpstr>
      <vt:lpstr>Movie Recommender System using Machine Learning </vt:lpstr>
      <vt:lpstr>Introduction</vt:lpstr>
      <vt:lpstr>Problem Statement</vt:lpstr>
      <vt:lpstr>Project Objectives</vt:lpstr>
      <vt:lpstr>Dataset Overview</vt:lpstr>
      <vt:lpstr>Data Collection and Scraping</vt:lpstr>
      <vt:lpstr>Generated Datasets</vt:lpstr>
      <vt:lpstr>Data Preprocessing</vt:lpstr>
      <vt:lpstr>Feature Engineering</vt:lpstr>
      <vt:lpstr>Methodology</vt:lpstr>
      <vt:lpstr>Content-Based Recommendation Model</vt:lpstr>
      <vt:lpstr>Collaborative Filtering Model</vt:lpstr>
      <vt:lpstr>Hybrid Recommendation System</vt:lpstr>
      <vt:lpstr>Evaluation Metrics</vt:lpstr>
      <vt:lpstr>Results and Analysis</vt:lpstr>
      <vt:lpstr>Conclusion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Recommender System using Machine Learning </dc:title>
  <dc:creator>Awais Asghar</dc:creator>
  <cp:lastModifiedBy>Awais Asghar</cp:lastModifiedBy>
  <cp:revision>2</cp:revision>
  <dcterms:created xsi:type="dcterms:W3CDTF">2025-12-16T13:34:42Z</dcterms:created>
  <dcterms:modified xsi:type="dcterms:W3CDTF">2025-12-16T18:30:34Z</dcterms:modified>
</cp:coreProperties>
</file>